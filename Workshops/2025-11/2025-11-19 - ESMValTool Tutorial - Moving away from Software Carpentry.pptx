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23"/>
  </p:notesMasterIdLst>
  <p:sldIdLst>
    <p:sldId id="287" r:id="rId5"/>
    <p:sldId id="327" r:id="rId6"/>
    <p:sldId id="344" r:id="rId7"/>
    <p:sldId id="348" r:id="rId8"/>
    <p:sldId id="349" r:id="rId9"/>
    <p:sldId id="350" r:id="rId10"/>
    <p:sldId id="346" r:id="rId11"/>
    <p:sldId id="351" r:id="rId12"/>
    <p:sldId id="345" r:id="rId13"/>
    <p:sldId id="347" r:id="rId14"/>
    <p:sldId id="352" r:id="rId15"/>
    <p:sldId id="353" r:id="rId16"/>
    <p:sldId id="354" r:id="rId17"/>
    <p:sldId id="356" r:id="rId18"/>
    <p:sldId id="355" r:id="rId19"/>
    <p:sldId id="358" r:id="rId20"/>
    <p:sldId id="360" r:id="rId21"/>
    <p:sldId id="359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D7F7"/>
    <a:srgbClr val="66CCFF"/>
    <a:srgbClr val="D34DD3"/>
    <a:srgbClr val="003365"/>
    <a:srgbClr val="FF99CC"/>
    <a:srgbClr val="FF9933"/>
    <a:srgbClr val="CCFF33"/>
    <a:srgbClr val="FFFF00"/>
    <a:srgbClr val="FF9900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2F9483-DF7B-4A6C-8074-0EF7E99B9C79}" v="589" dt="2025-11-18T10:32:40.412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598" autoAdjust="0"/>
  </p:normalViewPr>
  <p:slideViewPr>
    <p:cSldViewPr snapToGrid="0">
      <p:cViewPr varScale="1">
        <p:scale>
          <a:sx n="64" d="100"/>
          <a:sy n="64" d="100"/>
        </p:scale>
        <p:origin x="5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gan, Emma" userId="S::emma.hogan@metoffice.gov.uk::bbc2d92f-30d5-4629-8143-c389355c56b3" providerId="AD" clId="Web-{B72532A8-A55B-D684-A359-8E57B01E31D1}"/>
    <pc:docChg chg="delSld modSld sldOrd">
      <pc:chgData name="Hogan, Emma" userId="S::emma.hogan@metoffice.gov.uk::bbc2d92f-30d5-4629-8143-c389355c56b3" providerId="AD" clId="Web-{B72532A8-A55B-D684-A359-8E57B01E31D1}" dt="2023-01-24T11:56:33.887" v="752" actId="20577"/>
      <pc:docMkLst>
        <pc:docMk/>
      </pc:docMkLst>
      <pc:sldChg chg="modSp">
        <pc:chgData name="Hogan, Emma" userId="S::emma.hogan@metoffice.gov.uk::bbc2d92f-30d5-4629-8143-c389355c56b3" providerId="AD" clId="Web-{B72532A8-A55B-D684-A359-8E57B01E31D1}" dt="2023-01-24T10:01:58.638" v="19" actId="20577"/>
        <pc:sldMkLst>
          <pc:docMk/>
          <pc:sldMk cId="997800256" sldId="287"/>
        </pc:sldMkLst>
      </pc:sldChg>
      <pc:sldChg chg="modSp">
        <pc:chgData name="Hogan, Emma" userId="S::emma.hogan@metoffice.gov.uk::bbc2d92f-30d5-4629-8143-c389355c56b3" providerId="AD" clId="Web-{B72532A8-A55B-D684-A359-8E57B01E31D1}" dt="2023-01-24T11:54:44.072" v="741" actId="20577"/>
        <pc:sldMkLst>
          <pc:docMk/>
          <pc:sldMk cId="650577767" sldId="310"/>
        </pc:sldMkLst>
      </pc:sldChg>
      <pc:sldChg chg="del">
        <pc:chgData name="Hogan, Emma" userId="S::emma.hogan@metoffice.gov.uk::bbc2d92f-30d5-4629-8143-c389355c56b3" providerId="AD" clId="Web-{B72532A8-A55B-D684-A359-8E57B01E31D1}" dt="2023-01-24T11:56:08.808" v="750"/>
        <pc:sldMkLst>
          <pc:docMk/>
          <pc:sldMk cId="2841850848" sldId="312"/>
        </pc:sldMkLst>
      </pc:sldChg>
      <pc:sldChg chg="modSp">
        <pc:chgData name="Hogan, Emma" userId="S::emma.hogan@metoffice.gov.uk::bbc2d92f-30d5-4629-8143-c389355c56b3" providerId="AD" clId="Web-{B72532A8-A55B-D684-A359-8E57B01E31D1}" dt="2023-01-24T11:35:56.082" v="397" actId="1076"/>
        <pc:sldMkLst>
          <pc:docMk/>
          <pc:sldMk cId="2594456067" sldId="314"/>
        </pc:sldMkLst>
      </pc:sldChg>
      <pc:sldChg chg="modSp ord addAnim delAnim">
        <pc:chgData name="Hogan, Emma" userId="S::emma.hogan@metoffice.gov.uk::bbc2d92f-30d5-4629-8143-c389355c56b3" providerId="AD" clId="Web-{B72532A8-A55B-D684-A359-8E57B01E31D1}" dt="2023-01-24T11:55:39.229" v="748" actId="20577"/>
        <pc:sldMkLst>
          <pc:docMk/>
          <pc:sldMk cId="2632552676" sldId="315"/>
        </pc:sldMkLst>
      </pc:sldChg>
      <pc:sldChg chg="modSp">
        <pc:chgData name="Hogan, Emma" userId="S::emma.hogan@metoffice.gov.uk::bbc2d92f-30d5-4629-8143-c389355c56b3" providerId="AD" clId="Web-{B72532A8-A55B-D684-A359-8E57B01E31D1}" dt="2023-01-24T11:56:00.542" v="749" actId="20577"/>
        <pc:sldMkLst>
          <pc:docMk/>
          <pc:sldMk cId="2395409213" sldId="317"/>
        </pc:sldMkLst>
      </pc:sldChg>
      <pc:sldChg chg="modSp">
        <pc:chgData name="Hogan, Emma" userId="S::emma.hogan@metoffice.gov.uk::bbc2d92f-30d5-4629-8143-c389355c56b3" providerId="AD" clId="Web-{B72532A8-A55B-D684-A359-8E57B01E31D1}" dt="2023-01-24T11:56:33.887" v="752" actId="20577"/>
        <pc:sldMkLst>
          <pc:docMk/>
          <pc:sldMk cId="3270548244" sldId="318"/>
        </pc:sldMkLst>
      </pc:sldChg>
    </pc:docChg>
  </pc:docChgLst>
  <pc:docChgLst>
    <pc:chgData name="Hogan, Emma" userId="S::emma.hogan@metoffice.gov.uk::bbc2d92f-30d5-4629-8143-c389355c56b3" providerId="AD" clId="Web-{71FEEE55-5D56-4818-F4C5-5B9BAEF6095A}"/>
    <pc:docChg chg="addSld delSld modSld sldOrd">
      <pc:chgData name="Hogan, Emma" userId="S::emma.hogan@metoffice.gov.uk::bbc2d92f-30d5-4629-8143-c389355c56b3" providerId="AD" clId="Web-{71FEEE55-5D56-4818-F4C5-5B9BAEF6095A}" dt="2022-09-14T21:22:27.225" v="1943" actId="20577"/>
      <pc:docMkLst>
        <pc:docMk/>
      </pc:docMkLst>
      <pc:sldChg chg="modSp">
        <pc:chgData name="Hogan, Emma" userId="S::emma.hogan@metoffice.gov.uk::bbc2d92f-30d5-4629-8143-c389355c56b3" providerId="AD" clId="Web-{71FEEE55-5D56-4818-F4C5-5B9BAEF6095A}" dt="2022-09-14T07:40:58.156" v="9" actId="20577"/>
        <pc:sldMkLst>
          <pc:docMk/>
          <pc:sldMk cId="997800256" sldId="287"/>
        </pc:sldMkLst>
      </pc:sldChg>
      <pc:sldChg chg="modSp">
        <pc:chgData name="Hogan, Emma" userId="S::emma.hogan@metoffice.gov.uk::bbc2d92f-30d5-4629-8143-c389355c56b3" providerId="AD" clId="Web-{71FEEE55-5D56-4818-F4C5-5B9BAEF6095A}" dt="2022-09-14T21:19:07.291" v="1927" actId="20577"/>
        <pc:sldMkLst>
          <pc:docMk/>
          <pc:sldMk cId="650577767" sldId="310"/>
        </pc:sldMkLst>
      </pc:sldChg>
      <pc:sldChg chg="del">
        <pc:chgData name="Hogan, Emma" userId="S::emma.hogan@metoffice.gov.uk::bbc2d92f-30d5-4629-8143-c389355c56b3" providerId="AD" clId="Web-{71FEEE55-5D56-4818-F4C5-5B9BAEF6095A}" dt="2022-09-14T07:41:21.517" v="11"/>
        <pc:sldMkLst>
          <pc:docMk/>
          <pc:sldMk cId="413927354" sldId="311"/>
        </pc:sldMkLst>
      </pc:sldChg>
      <pc:sldChg chg="modSp">
        <pc:chgData name="Hogan, Emma" userId="S::emma.hogan@metoffice.gov.uk::bbc2d92f-30d5-4629-8143-c389355c56b3" providerId="AD" clId="Web-{71FEEE55-5D56-4818-F4C5-5B9BAEF6095A}" dt="2022-09-14T20:48:54.522" v="1611" actId="20577"/>
        <pc:sldMkLst>
          <pc:docMk/>
          <pc:sldMk cId="2841850848" sldId="312"/>
        </pc:sldMkLst>
      </pc:sldChg>
      <pc:sldChg chg="del">
        <pc:chgData name="Hogan, Emma" userId="S::emma.hogan@metoffice.gov.uk::bbc2d92f-30d5-4629-8143-c389355c56b3" providerId="AD" clId="Web-{71FEEE55-5D56-4818-F4C5-5B9BAEF6095A}" dt="2022-09-14T07:44:45.591" v="19"/>
        <pc:sldMkLst>
          <pc:docMk/>
          <pc:sldMk cId="4063293407" sldId="313"/>
        </pc:sldMkLst>
      </pc:sldChg>
      <pc:sldChg chg="modSp">
        <pc:chgData name="Hogan, Emma" userId="S::emma.hogan@metoffice.gov.uk::bbc2d92f-30d5-4629-8143-c389355c56b3" providerId="AD" clId="Web-{71FEEE55-5D56-4818-F4C5-5B9BAEF6095A}" dt="2022-09-14T21:08:39.215" v="1838" actId="20577"/>
        <pc:sldMkLst>
          <pc:docMk/>
          <pc:sldMk cId="2594456067" sldId="314"/>
        </pc:sldMkLst>
      </pc:sldChg>
      <pc:sldChg chg="modSp">
        <pc:chgData name="Hogan, Emma" userId="S::emma.hogan@metoffice.gov.uk::bbc2d92f-30d5-4629-8143-c389355c56b3" providerId="AD" clId="Web-{71FEEE55-5D56-4818-F4C5-5B9BAEF6095A}" dt="2022-09-14T21:22:27.225" v="1943" actId="20577"/>
        <pc:sldMkLst>
          <pc:docMk/>
          <pc:sldMk cId="2632552676" sldId="315"/>
        </pc:sldMkLst>
      </pc:sldChg>
      <pc:sldChg chg="modSp">
        <pc:chgData name="Hogan, Emma" userId="S::emma.hogan@metoffice.gov.uk::bbc2d92f-30d5-4629-8143-c389355c56b3" providerId="AD" clId="Web-{71FEEE55-5D56-4818-F4C5-5B9BAEF6095A}" dt="2022-09-14T20:46:15.243" v="1565" actId="20577"/>
        <pc:sldMkLst>
          <pc:docMk/>
          <pc:sldMk cId="2395409213" sldId="317"/>
        </pc:sldMkLst>
      </pc:sldChg>
      <pc:sldChg chg="modSp">
        <pc:chgData name="Hogan, Emma" userId="S::emma.hogan@metoffice.gov.uk::bbc2d92f-30d5-4629-8143-c389355c56b3" providerId="AD" clId="Web-{71FEEE55-5D56-4818-F4C5-5B9BAEF6095A}" dt="2022-09-14T20:47:45.514" v="1570" actId="20577"/>
        <pc:sldMkLst>
          <pc:docMk/>
          <pc:sldMk cId="3270548244" sldId="318"/>
        </pc:sldMkLst>
      </pc:sldChg>
      <pc:sldChg chg="modSp add del replId">
        <pc:chgData name="Hogan, Emma" userId="S::emma.hogan@metoffice.gov.uk::bbc2d92f-30d5-4629-8143-c389355c56b3" providerId="AD" clId="Web-{71FEEE55-5D56-4818-F4C5-5B9BAEF6095A}" dt="2022-09-14T19:34:04.380" v="321"/>
        <pc:sldMkLst>
          <pc:docMk/>
          <pc:sldMk cId="2016125874" sldId="319"/>
        </pc:sldMkLst>
      </pc:sldChg>
      <pc:sldChg chg="modSp add del ord replId addAnim delAnim">
        <pc:chgData name="Hogan, Emma" userId="S::emma.hogan@metoffice.gov.uk::bbc2d92f-30d5-4629-8143-c389355c56b3" providerId="AD" clId="Web-{71FEEE55-5D56-4818-F4C5-5B9BAEF6095A}" dt="2022-09-14T20:46:05.492" v="1563"/>
        <pc:sldMkLst>
          <pc:docMk/>
          <pc:sldMk cId="2528051681" sldId="319"/>
        </pc:sldMkLst>
      </pc:sldChg>
    </pc:docChg>
  </pc:docChgLst>
  <pc:docChgLst>
    <pc:chgData name="Emma Hogan" userId="bbc2d92f-30d5-4629-8143-c389355c56b3" providerId="ADAL" clId="{116A819F-23C2-419D-8C8D-561F79F7CD19}"/>
    <pc:docChg chg="undo redo custSel addSld delSld modSld sldOrd modMainMaster">
      <pc:chgData name="Emma Hogan" userId="bbc2d92f-30d5-4629-8143-c389355c56b3" providerId="ADAL" clId="{116A819F-23C2-419D-8C8D-561F79F7CD19}" dt="2025-11-19T09:58:32.963" v="14952" actId="20577"/>
      <pc:docMkLst>
        <pc:docMk/>
      </pc:docMkLst>
      <pc:sldChg chg="addSp delSp modSp del mod addAnim delAnim modAnim">
        <pc:chgData name="Emma Hogan" userId="bbc2d92f-30d5-4629-8143-c389355c56b3" providerId="ADAL" clId="{116A819F-23C2-419D-8C8D-561F79F7CD19}" dt="2025-11-15T12:34:52.496" v="9303" actId="47"/>
        <pc:sldMkLst>
          <pc:docMk/>
          <pc:sldMk cId="2395409213" sldId="317"/>
        </pc:sldMkLst>
      </pc:sldChg>
      <pc:sldChg chg="addSp delSp modSp del mod ord">
        <pc:chgData name="Emma Hogan" userId="bbc2d92f-30d5-4629-8143-c389355c56b3" providerId="ADAL" clId="{116A819F-23C2-419D-8C8D-561F79F7CD19}" dt="2025-11-05T11:01:51.538" v="645" actId="47"/>
        <pc:sldMkLst>
          <pc:docMk/>
          <pc:sldMk cId="85381253" sldId="318"/>
        </pc:sldMkLst>
      </pc:sldChg>
      <pc:sldChg chg="del">
        <pc:chgData name="Emma Hogan" userId="bbc2d92f-30d5-4629-8143-c389355c56b3" providerId="ADAL" clId="{116A819F-23C2-419D-8C8D-561F79F7CD19}" dt="2025-11-05T14:54:32.668" v="2521" actId="47"/>
        <pc:sldMkLst>
          <pc:docMk/>
          <pc:sldMk cId="2463318929" sldId="319"/>
        </pc:sldMkLst>
      </pc:sldChg>
      <pc:sldChg chg="del">
        <pc:chgData name="Emma Hogan" userId="bbc2d92f-30d5-4629-8143-c389355c56b3" providerId="ADAL" clId="{116A819F-23C2-419D-8C8D-561F79F7CD19}" dt="2025-11-05T14:56:42.996" v="2559" actId="47"/>
        <pc:sldMkLst>
          <pc:docMk/>
          <pc:sldMk cId="4221792091" sldId="321"/>
        </pc:sldMkLst>
      </pc:sldChg>
      <pc:sldChg chg="del">
        <pc:chgData name="Emma Hogan" userId="bbc2d92f-30d5-4629-8143-c389355c56b3" providerId="ADAL" clId="{116A819F-23C2-419D-8C8D-561F79F7CD19}" dt="2025-11-05T14:57:44.250" v="2578" actId="47"/>
        <pc:sldMkLst>
          <pc:docMk/>
          <pc:sldMk cId="743877782" sldId="322"/>
        </pc:sldMkLst>
      </pc:sldChg>
      <pc:sldChg chg="del">
        <pc:chgData name="Emma Hogan" userId="bbc2d92f-30d5-4629-8143-c389355c56b3" providerId="ADAL" clId="{116A819F-23C2-419D-8C8D-561F79F7CD19}" dt="2025-11-05T15:00:02.739" v="2596" actId="47"/>
        <pc:sldMkLst>
          <pc:docMk/>
          <pc:sldMk cId="1474783415" sldId="323"/>
        </pc:sldMkLst>
      </pc:sldChg>
      <pc:sldChg chg="del ord">
        <pc:chgData name="Emma Hogan" userId="bbc2d92f-30d5-4629-8143-c389355c56b3" providerId="ADAL" clId="{116A819F-23C2-419D-8C8D-561F79F7CD19}" dt="2025-11-05T17:57:28.268" v="5357" actId="47"/>
        <pc:sldMkLst>
          <pc:docMk/>
          <pc:sldMk cId="1052958315" sldId="324"/>
        </pc:sldMkLst>
      </pc:sldChg>
      <pc:sldChg chg="delSp del mod ord">
        <pc:chgData name="Emma Hogan" userId="bbc2d92f-30d5-4629-8143-c389355c56b3" providerId="ADAL" clId="{116A819F-23C2-419D-8C8D-561F79F7CD19}" dt="2025-11-05T14:40:58.578" v="1845" actId="47"/>
        <pc:sldMkLst>
          <pc:docMk/>
          <pc:sldMk cId="2800812364" sldId="325"/>
        </pc:sldMkLst>
      </pc:sldChg>
      <pc:sldChg chg="del mod ord modShow">
        <pc:chgData name="Emma Hogan" userId="bbc2d92f-30d5-4629-8143-c389355c56b3" providerId="ADAL" clId="{116A819F-23C2-419D-8C8D-561F79F7CD19}" dt="2025-11-15T12:35:01.061" v="9313" actId="47"/>
        <pc:sldMkLst>
          <pc:docMk/>
          <pc:sldMk cId="2801663901" sldId="326"/>
        </pc:sldMkLst>
      </pc:sldChg>
      <pc:sldChg chg="modSp new mod ord modAnim">
        <pc:chgData name="Emma Hogan" userId="bbc2d92f-30d5-4629-8143-c389355c56b3" providerId="ADAL" clId="{116A819F-23C2-419D-8C8D-561F79F7CD19}" dt="2025-11-15T18:04:40.288" v="14669"/>
        <pc:sldMkLst>
          <pc:docMk/>
          <pc:sldMk cId="278211852" sldId="327"/>
        </pc:sldMkLst>
        <pc:spChg chg="mod">
          <ac:chgData name="Emma Hogan" userId="bbc2d92f-30d5-4629-8143-c389355c56b3" providerId="ADAL" clId="{116A819F-23C2-419D-8C8D-561F79F7CD19}" dt="2025-11-15T17:54:45.086" v="14416"/>
          <ac:spMkLst>
            <pc:docMk/>
            <pc:sldMk cId="278211852" sldId="327"/>
            <ac:spMk id="2" creationId="{BFC77BE3-BF2F-3B83-C6F3-0F6F1374E736}"/>
          </ac:spMkLst>
        </pc:spChg>
        <pc:spChg chg="mod">
          <ac:chgData name="Emma Hogan" userId="bbc2d92f-30d5-4629-8143-c389355c56b3" providerId="ADAL" clId="{116A819F-23C2-419D-8C8D-561F79F7CD19}" dt="2025-11-05T10:28:46.994" v="76" actId="20577"/>
          <ac:spMkLst>
            <pc:docMk/>
            <pc:sldMk cId="278211852" sldId="327"/>
            <ac:spMk id="3" creationId="{2DED0D29-BEBF-4B15-FEB8-89469630EAAE}"/>
          </ac:spMkLst>
        </pc:spChg>
      </pc:sldChg>
      <pc:sldChg chg="addSp delSp modSp new del mod ord delAnim modAnim">
        <pc:chgData name="Emma Hogan" userId="bbc2d92f-30d5-4629-8143-c389355c56b3" providerId="ADAL" clId="{116A819F-23C2-419D-8C8D-561F79F7CD19}" dt="2025-11-05T10:55:17.026" v="401" actId="47"/>
        <pc:sldMkLst>
          <pc:docMk/>
          <pc:sldMk cId="2113024284" sldId="328"/>
        </pc:sldMkLst>
      </pc:sldChg>
      <pc:sldChg chg="add del ord">
        <pc:chgData name="Emma Hogan" userId="bbc2d92f-30d5-4629-8143-c389355c56b3" providerId="ADAL" clId="{116A819F-23C2-419D-8C8D-561F79F7CD19}" dt="2025-11-05T11:01:50.355" v="644" actId="47"/>
        <pc:sldMkLst>
          <pc:docMk/>
          <pc:sldMk cId="2539915102" sldId="329"/>
        </pc:sldMkLst>
      </pc:sldChg>
      <pc:sldChg chg="addSp modSp new del mod">
        <pc:chgData name="Emma Hogan" userId="bbc2d92f-30d5-4629-8143-c389355c56b3" providerId="ADAL" clId="{116A819F-23C2-419D-8C8D-561F79F7CD19}" dt="2025-11-15T12:34:49.784" v="9301" actId="47"/>
        <pc:sldMkLst>
          <pc:docMk/>
          <pc:sldMk cId="2623226297" sldId="330"/>
        </pc:sldMkLst>
      </pc:sldChg>
      <pc:sldChg chg="addSp delSp modSp add del mod modAnim modNotesTx">
        <pc:chgData name="Emma Hogan" userId="bbc2d92f-30d5-4629-8143-c389355c56b3" providerId="ADAL" clId="{116A819F-23C2-419D-8C8D-561F79F7CD19}" dt="2025-11-15T12:34:51.897" v="9302" actId="47"/>
        <pc:sldMkLst>
          <pc:docMk/>
          <pc:sldMk cId="834535695" sldId="331"/>
        </pc:sldMkLst>
      </pc:sldChg>
      <pc:sldChg chg="addSp delSp modSp new del mod ord delAnim modAnim modNotesTx">
        <pc:chgData name="Emma Hogan" userId="bbc2d92f-30d5-4629-8143-c389355c56b3" providerId="ADAL" clId="{116A819F-23C2-419D-8C8D-561F79F7CD19}" dt="2025-11-15T12:34:53.066" v="9304" actId="47"/>
        <pc:sldMkLst>
          <pc:docMk/>
          <pc:sldMk cId="3125965578" sldId="332"/>
        </pc:sldMkLst>
      </pc:sldChg>
      <pc:sldChg chg="addSp delSp modSp add del mod ord modAnim modNotesTx">
        <pc:chgData name="Emma Hogan" userId="bbc2d92f-30d5-4629-8143-c389355c56b3" providerId="ADAL" clId="{116A819F-23C2-419D-8C8D-561F79F7CD19}" dt="2025-11-15T12:34:59.295" v="9312" actId="47"/>
        <pc:sldMkLst>
          <pc:docMk/>
          <pc:sldMk cId="2173915786" sldId="333"/>
        </pc:sldMkLst>
      </pc:sldChg>
      <pc:sldChg chg="addSp delSp modSp new del mod ord">
        <pc:chgData name="Emma Hogan" userId="bbc2d92f-30d5-4629-8143-c389355c56b3" providerId="ADAL" clId="{116A819F-23C2-419D-8C8D-561F79F7CD19}" dt="2025-11-15T12:34:54.974" v="9307" actId="47"/>
        <pc:sldMkLst>
          <pc:docMk/>
          <pc:sldMk cId="2542251667" sldId="334"/>
        </pc:sldMkLst>
      </pc:sldChg>
      <pc:sldChg chg="addSp delSp modSp new del mod setBg">
        <pc:chgData name="Emma Hogan" userId="bbc2d92f-30d5-4629-8143-c389355c56b3" providerId="ADAL" clId="{116A819F-23C2-419D-8C8D-561F79F7CD19}" dt="2025-11-05T16:13:04.243" v="2707" actId="47"/>
        <pc:sldMkLst>
          <pc:docMk/>
          <pc:sldMk cId="3195079408" sldId="335"/>
        </pc:sldMkLst>
      </pc:sldChg>
      <pc:sldChg chg="addSp delSp modSp new del mod modAnim modNotesTx">
        <pc:chgData name="Emma Hogan" userId="bbc2d92f-30d5-4629-8143-c389355c56b3" providerId="ADAL" clId="{116A819F-23C2-419D-8C8D-561F79F7CD19}" dt="2025-11-15T12:34:57.152" v="9310" actId="47"/>
        <pc:sldMkLst>
          <pc:docMk/>
          <pc:sldMk cId="3355857412" sldId="336"/>
        </pc:sldMkLst>
      </pc:sldChg>
      <pc:sldChg chg="addSp delSp modSp new del mod ord delAnim modAnim modNotesTx">
        <pc:chgData name="Emma Hogan" userId="bbc2d92f-30d5-4629-8143-c389355c56b3" providerId="ADAL" clId="{116A819F-23C2-419D-8C8D-561F79F7CD19}" dt="2025-11-15T12:34:55.763" v="9308" actId="47"/>
        <pc:sldMkLst>
          <pc:docMk/>
          <pc:sldMk cId="2297902941" sldId="337"/>
        </pc:sldMkLst>
      </pc:sldChg>
      <pc:sldChg chg="addSp delSp modSp new del mod modAnim modNotesTx">
        <pc:chgData name="Emma Hogan" userId="bbc2d92f-30d5-4629-8143-c389355c56b3" providerId="ADAL" clId="{116A819F-23C2-419D-8C8D-561F79F7CD19}" dt="2025-11-15T12:34:56.411" v="9309" actId="47"/>
        <pc:sldMkLst>
          <pc:docMk/>
          <pc:sldMk cId="2469725732" sldId="338"/>
        </pc:sldMkLst>
      </pc:sldChg>
      <pc:sldChg chg="addSp delSp modSp new del mod modAnim modNotesTx">
        <pc:chgData name="Emma Hogan" userId="bbc2d92f-30d5-4629-8143-c389355c56b3" providerId="ADAL" clId="{116A819F-23C2-419D-8C8D-561F79F7CD19}" dt="2025-11-15T12:34:58.318" v="9311" actId="47"/>
        <pc:sldMkLst>
          <pc:docMk/>
          <pc:sldMk cId="459987243" sldId="339"/>
        </pc:sldMkLst>
      </pc:sldChg>
      <pc:sldChg chg="addSp modSp new del mod ord modAnim modNotesTx">
        <pc:chgData name="Emma Hogan" userId="bbc2d92f-30d5-4629-8143-c389355c56b3" providerId="ADAL" clId="{116A819F-23C2-419D-8C8D-561F79F7CD19}" dt="2025-11-15T12:34:53.667" v="9305" actId="47"/>
        <pc:sldMkLst>
          <pc:docMk/>
          <pc:sldMk cId="420038095" sldId="340"/>
        </pc:sldMkLst>
      </pc:sldChg>
      <pc:sldChg chg="addSp delSp modSp new del mod">
        <pc:chgData name="Emma Hogan" userId="bbc2d92f-30d5-4629-8143-c389355c56b3" providerId="ADAL" clId="{116A819F-23C2-419D-8C8D-561F79F7CD19}" dt="2025-11-05T17:06:28.865" v="3415" actId="47"/>
        <pc:sldMkLst>
          <pc:docMk/>
          <pc:sldMk cId="67814698" sldId="341"/>
        </pc:sldMkLst>
      </pc:sldChg>
      <pc:sldChg chg="modSp new del mod ord">
        <pc:chgData name="Emma Hogan" userId="bbc2d92f-30d5-4629-8143-c389355c56b3" providerId="ADAL" clId="{116A819F-23C2-419D-8C8D-561F79F7CD19}" dt="2025-11-05T17:39:46.058" v="4656" actId="47"/>
        <pc:sldMkLst>
          <pc:docMk/>
          <pc:sldMk cId="1761492082" sldId="341"/>
        </pc:sldMkLst>
      </pc:sldChg>
      <pc:sldChg chg="addSp delSp modSp new del mod">
        <pc:chgData name="Emma Hogan" userId="bbc2d92f-30d5-4629-8143-c389355c56b3" providerId="ADAL" clId="{116A819F-23C2-419D-8C8D-561F79F7CD19}" dt="2025-11-05T17:06:30.866" v="3416" actId="47"/>
        <pc:sldMkLst>
          <pc:docMk/>
          <pc:sldMk cId="719657433" sldId="342"/>
        </pc:sldMkLst>
      </pc:sldChg>
      <pc:sldChg chg="addSp delSp modSp new del mod ord modAnim modNotesTx">
        <pc:chgData name="Emma Hogan" userId="bbc2d92f-30d5-4629-8143-c389355c56b3" providerId="ADAL" clId="{116A819F-23C2-419D-8C8D-561F79F7CD19}" dt="2025-11-15T12:34:54.340" v="9306" actId="47"/>
        <pc:sldMkLst>
          <pc:docMk/>
          <pc:sldMk cId="1889505330" sldId="342"/>
        </pc:sldMkLst>
      </pc:sldChg>
      <pc:sldChg chg="delSp new del mod">
        <pc:chgData name="Emma Hogan" userId="bbc2d92f-30d5-4629-8143-c389355c56b3" providerId="ADAL" clId="{116A819F-23C2-419D-8C8D-561F79F7CD19}" dt="2025-11-05T19:06:28.238" v="7124" actId="47"/>
        <pc:sldMkLst>
          <pc:docMk/>
          <pc:sldMk cId="3087437025" sldId="343"/>
        </pc:sldMkLst>
      </pc:sldChg>
      <pc:sldChg chg="modSp new del mod">
        <pc:chgData name="Emma Hogan" userId="bbc2d92f-30d5-4629-8143-c389355c56b3" providerId="ADAL" clId="{116A819F-23C2-419D-8C8D-561F79F7CD19}" dt="2025-11-15T16:58:20.650" v="12033" actId="47"/>
        <pc:sldMkLst>
          <pc:docMk/>
          <pc:sldMk cId="3524953772" sldId="343"/>
        </pc:sldMkLst>
      </pc:sldChg>
      <pc:sldChg chg="addSp delSp modSp new mod modNotesTx">
        <pc:chgData name="Emma Hogan" userId="bbc2d92f-30d5-4629-8143-c389355c56b3" providerId="ADAL" clId="{116A819F-23C2-419D-8C8D-561F79F7CD19}" dt="2025-11-15T16:29:58.494" v="11141" actId="20577"/>
        <pc:sldMkLst>
          <pc:docMk/>
          <pc:sldMk cId="2993135732" sldId="344"/>
        </pc:sldMkLst>
        <pc:spChg chg="mod">
          <ac:chgData name="Emma Hogan" userId="bbc2d92f-30d5-4629-8143-c389355c56b3" providerId="ADAL" clId="{116A819F-23C2-419D-8C8D-561F79F7CD19}" dt="2025-11-15T16:29:58.494" v="11141" actId="20577"/>
          <ac:spMkLst>
            <pc:docMk/>
            <pc:sldMk cId="2993135732" sldId="344"/>
            <ac:spMk id="3" creationId="{85174EE7-63C2-B8E8-C67C-1879E9EFCFCB}"/>
          </ac:spMkLst>
        </pc:spChg>
        <pc:spChg chg="add mod">
          <ac:chgData name="Emma Hogan" userId="bbc2d92f-30d5-4629-8143-c389355c56b3" providerId="ADAL" clId="{116A819F-23C2-419D-8C8D-561F79F7CD19}" dt="2025-11-12T15:22:33.283" v="8725" actId="20577"/>
          <ac:spMkLst>
            <pc:docMk/>
            <pc:sldMk cId="2993135732" sldId="344"/>
            <ac:spMk id="9" creationId="{0045DB81-E90B-3537-423E-6203093EAFAC}"/>
          </ac:spMkLst>
        </pc:spChg>
        <pc:picChg chg="add mod modCrop">
          <ac:chgData name="Emma Hogan" userId="bbc2d92f-30d5-4629-8143-c389355c56b3" providerId="ADAL" clId="{116A819F-23C2-419D-8C8D-561F79F7CD19}" dt="2025-11-12T15:14:57.207" v="8551" actId="1076"/>
          <ac:picMkLst>
            <pc:docMk/>
            <pc:sldMk cId="2993135732" sldId="344"/>
            <ac:picMk id="7" creationId="{2C46967A-9845-546F-E7E5-B4CE63C4ED98}"/>
          </ac:picMkLst>
        </pc:picChg>
      </pc:sldChg>
      <pc:sldChg chg="addSp delSp modSp new mod modNotesTx">
        <pc:chgData name="Emma Hogan" userId="bbc2d92f-30d5-4629-8143-c389355c56b3" providerId="ADAL" clId="{116A819F-23C2-419D-8C8D-561F79F7CD19}" dt="2025-11-15T16:30:25.913" v="11151" actId="20577"/>
        <pc:sldMkLst>
          <pc:docMk/>
          <pc:sldMk cId="3862972575" sldId="345"/>
        </pc:sldMkLst>
        <pc:spChg chg="mod">
          <ac:chgData name="Emma Hogan" userId="bbc2d92f-30d5-4629-8143-c389355c56b3" providerId="ADAL" clId="{116A819F-23C2-419D-8C8D-561F79F7CD19}" dt="2025-11-15T16:30:25.913" v="11151" actId="20577"/>
          <ac:spMkLst>
            <pc:docMk/>
            <pc:sldMk cId="3862972575" sldId="345"/>
            <ac:spMk id="3" creationId="{A30E109C-DBE0-6657-4421-656B5D3EC94E}"/>
          </ac:spMkLst>
        </pc:spChg>
        <pc:spChg chg="add mod">
          <ac:chgData name="Emma Hogan" userId="bbc2d92f-30d5-4629-8143-c389355c56b3" providerId="ADAL" clId="{116A819F-23C2-419D-8C8D-561F79F7CD19}" dt="2025-11-12T15:28:20.169" v="8804" actId="1035"/>
          <ac:spMkLst>
            <pc:docMk/>
            <pc:sldMk cId="3862972575" sldId="345"/>
            <ac:spMk id="9" creationId="{8D7F2C14-7CC5-BE61-A99A-A357FD2D391F}"/>
          </ac:spMkLst>
        </pc:spChg>
        <pc:picChg chg="add mod modCrop">
          <ac:chgData name="Emma Hogan" userId="bbc2d92f-30d5-4629-8143-c389355c56b3" providerId="ADAL" clId="{116A819F-23C2-419D-8C8D-561F79F7CD19}" dt="2025-11-12T15:17:39.088" v="8616" actId="1036"/>
          <ac:picMkLst>
            <pc:docMk/>
            <pc:sldMk cId="3862972575" sldId="345"/>
            <ac:picMk id="7" creationId="{BB83BADD-50F9-78F9-3E9F-4E3CB90DB74A}"/>
          </ac:picMkLst>
        </pc:picChg>
      </pc:sldChg>
      <pc:sldChg chg="add del">
        <pc:chgData name="Emma Hogan" userId="bbc2d92f-30d5-4629-8143-c389355c56b3" providerId="ADAL" clId="{116A819F-23C2-419D-8C8D-561F79F7CD19}" dt="2025-11-12T15:06:13.855" v="8477"/>
        <pc:sldMkLst>
          <pc:docMk/>
          <pc:sldMk cId="244458950" sldId="346"/>
        </pc:sldMkLst>
      </pc:sldChg>
      <pc:sldChg chg="addSp delSp modSp new mod ord modNotesTx">
        <pc:chgData name="Emma Hogan" userId="bbc2d92f-30d5-4629-8143-c389355c56b3" providerId="ADAL" clId="{116A819F-23C2-419D-8C8D-561F79F7CD19}" dt="2025-11-15T16:30:21.100" v="11149" actId="20577"/>
        <pc:sldMkLst>
          <pc:docMk/>
          <pc:sldMk cId="2484596396" sldId="346"/>
        </pc:sldMkLst>
        <pc:spChg chg="mod">
          <ac:chgData name="Emma Hogan" userId="bbc2d92f-30d5-4629-8143-c389355c56b3" providerId="ADAL" clId="{116A819F-23C2-419D-8C8D-561F79F7CD19}" dt="2025-11-15T16:30:21.100" v="11149" actId="20577"/>
          <ac:spMkLst>
            <pc:docMk/>
            <pc:sldMk cId="2484596396" sldId="346"/>
            <ac:spMk id="3" creationId="{7A7B6D4F-D114-2DAB-69E1-E93FB1636E26}"/>
          </ac:spMkLst>
        </pc:spChg>
        <pc:spChg chg="add mod">
          <ac:chgData name="Emma Hogan" userId="bbc2d92f-30d5-4629-8143-c389355c56b3" providerId="ADAL" clId="{116A819F-23C2-419D-8C8D-561F79F7CD19}" dt="2025-11-12T15:21:33.220" v="8699" actId="1035"/>
          <ac:spMkLst>
            <pc:docMk/>
            <pc:sldMk cId="2484596396" sldId="346"/>
            <ac:spMk id="7" creationId="{7C66C770-9AE7-BCD1-9116-EE266E441CFD}"/>
          </ac:spMkLst>
        </pc:spChg>
        <pc:spChg chg="add mod">
          <ac:chgData name="Emma Hogan" userId="bbc2d92f-30d5-4629-8143-c389355c56b3" providerId="ADAL" clId="{116A819F-23C2-419D-8C8D-561F79F7CD19}" dt="2025-11-12T15:24:48.004" v="8767" actId="208"/>
          <ac:spMkLst>
            <pc:docMk/>
            <pc:sldMk cId="2484596396" sldId="346"/>
            <ac:spMk id="10" creationId="{F121407E-78D8-0497-7C4B-9AAD8C1F63C5}"/>
          </ac:spMkLst>
        </pc:spChg>
        <pc:picChg chg="add mod modCrop">
          <ac:chgData name="Emma Hogan" userId="bbc2d92f-30d5-4629-8143-c389355c56b3" providerId="ADAL" clId="{116A819F-23C2-419D-8C8D-561F79F7CD19}" dt="2025-11-12T15:24:17.764" v="8759" actId="1035"/>
          <ac:picMkLst>
            <pc:docMk/>
            <pc:sldMk cId="2484596396" sldId="346"/>
            <ac:picMk id="9" creationId="{486C6D86-744D-C643-E653-C3AB268DBB83}"/>
          </ac:picMkLst>
        </pc:picChg>
      </pc:sldChg>
      <pc:sldChg chg="addSp delSp modSp new mod modNotesTx">
        <pc:chgData name="Emma Hogan" userId="bbc2d92f-30d5-4629-8143-c389355c56b3" providerId="ADAL" clId="{116A819F-23C2-419D-8C8D-561F79F7CD19}" dt="2025-11-15T16:11:47.099" v="10929" actId="12788"/>
        <pc:sldMkLst>
          <pc:docMk/>
          <pc:sldMk cId="3829347131" sldId="347"/>
        </pc:sldMkLst>
        <pc:spChg chg="add mod">
          <ac:chgData name="Emma Hogan" userId="bbc2d92f-30d5-4629-8143-c389355c56b3" providerId="ADAL" clId="{116A819F-23C2-419D-8C8D-561F79F7CD19}" dt="2025-11-15T15:52:50.650" v="10361" actId="1035"/>
          <ac:spMkLst>
            <pc:docMk/>
            <pc:sldMk cId="3829347131" sldId="347"/>
            <ac:spMk id="3" creationId="{A070AF94-FCC9-AB76-66F2-ED57FCA25B1C}"/>
          </ac:spMkLst>
        </pc:spChg>
        <pc:picChg chg="add mod">
          <ac:chgData name="Emma Hogan" userId="bbc2d92f-30d5-4629-8143-c389355c56b3" providerId="ADAL" clId="{116A819F-23C2-419D-8C8D-561F79F7CD19}" dt="2025-11-15T16:11:47.099" v="10929" actId="12788"/>
          <ac:picMkLst>
            <pc:docMk/>
            <pc:sldMk cId="3829347131" sldId="347"/>
            <ac:picMk id="5" creationId="{8296CA20-259B-46A9-F39E-CD806FB832EA}"/>
          </ac:picMkLst>
        </pc:picChg>
      </pc:sldChg>
      <pc:sldChg chg="addSp delSp modSp new mod modNotesTx">
        <pc:chgData name="Emma Hogan" userId="bbc2d92f-30d5-4629-8143-c389355c56b3" providerId="ADAL" clId="{116A819F-23C2-419D-8C8D-561F79F7CD19}" dt="2025-11-15T16:30:02.410" v="11143" actId="20577"/>
        <pc:sldMkLst>
          <pc:docMk/>
          <pc:sldMk cId="2737089988" sldId="348"/>
        </pc:sldMkLst>
        <pc:spChg chg="mod">
          <ac:chgData name="Emma Hogan" userId="bbc2d92f-30d5-4629-8143-c389355c56b3" providerId="ADAL" clId="{116A819F-23C2-419D-8C8D-561F79F7CD19}" dt="2025-11-15T16:30:02.410" v="11143" actId="20577"/>
          <ac:spMkLst>
            <pc:docMk/>
            <pc:sldMk cId="2737089988" sldId="348"/>
            <ac:spMk id="3" creationId="{BB7F5B32-85B2-D503-C700-B43B4A6EC43E}"/>
          </ac:spMkLst>
        </pc:spChg>
        <pc:spChg chg="add mod">
          <ac:chgData name="Emma Hogan" userId="bbc2d92f-30d5-4629-8143-c389355c56b3" providerId="ADAL" clId="{116A819F-23C2-419D-8C8D-561F79F7CD19}" dt="2025-11-12T17:01:00.429" v="8818" actId="1035"/>
          <ac:spMkLst>
            <pc:docMk/>
            <pc:sldMk cId="2737089988" sldId="348"/>
            <ac:spMk id="7" creationId="{B2DFC2E7-A0ED-3A3F-B411-4B3FCA4F2856}"/>
          </ac:spMkLst>
        </pc:spChg>
        <pc:picChg chg="add mod modCrop">
          <ac:chgData name="Emma Hogan" userId="bbc2d92f-30d5-4629-8143-c389355c56b3" providerId="ADAL" clId="{116A819F-23C2-419D-8C8D-561F79F7CD19}" dt="2025-11-12T17:03:15.186" v="8829" actId="1076"/>
          <ac:picMkLst>
            <pc:docMk/>
            <pc:sldMk cId="2737089988" sldId="348"/>
            <ac:picMk id="5" creationId="{F355F795-C48C-FC82-FC8E-CDE268E70CB2}"/>
          </ac:picMkLst>
        </pc:picChg>
      </pc:sldChg>
      <pc:sldChg chg="addSp delSp modSp new mod delAnim modAnim modNotesTx">
        <pc:chgData name="Emma Hogan" userId="bbc2d92f-30d5-4629-8143-c389355c56b3" providerId="ADAL" clId="{116A819F-23C2-419D-8C8D-561F79F7CD19}" dt="2025-11-15T16:30:06.917" v="11145" actId="20577"/>
        <pc:sldMkLst>
          <pc:docMk/>
          <pc:sldMk cId="2263341963" sldId="349"/>
        </pc:sldMkLst>
        <pc:spChg chg="mod">
          <ac:chgData name="Emma Hogan" userId="bbc2d92f-30d5-4629-8143-c389355c56b3" providerId="ADAL" clId="{116A819F-23C2-419D-8C8D-561F79F7CD19}" dt="2025-11-15T16:30:06.917" v="11145" actId="20577"/>
          <ac:spMkLst>
            <pc:docMk/>
            <pc:sldMk cId="2263341963" sldId="349"/>
            <ac:spMk id="3" creationId="{D9506D7E-80E0-0AB6-8E25-2CC71F7FEB0A}"/>
          </ac:spMkLst>
        </pc:spChg>
        <pc:spChg chg="add mod">
          <ac:chgData name="Emma Hogan" userId="bbc2d92f-30d5-4629-8143-c389355c56b3" providerId="ADAL" clId="{116A819F-23C2-419D-8C8D-561F79F7CD19}" dt="2025-11-15T15:28:19.887" v="9321" actId="1035"/>
          <ac:spMkLst>
            <pc:docMk/>
            <pc:sldMk cId="2263341963" sldId="349"/>
            <ac:spMk id="10" creationId="{B1A96679-1448-1A5A-9964-B747036BB9B0}"/>
          </ac:spMkLst>
        </pc:spChg>
        <pc:picChg chg="add mod modCrop">
          <ac:chgData name="Emma Hogan" userId="bbc2d92f-30d5-4629-8143-c389355c56b3" providerId="ADAL" clId="{116A819F-23C2-419D-8C8D-561F79F7CD19}" dt="2025-11-15T12:31:44.819" v="9260" actId="12788"/>
          <ac:picMkLst>
            <pc:docMk/>
            <pc:sldMk cId="2263341963" sldId="349"/>
            <ac:picMk id="5" creationId="{7654CAC6-D84B-F964-1242-2E94C95DCE94}"/>
          </ac:picMkLst>
        </pc:picChg>
      </pc:sldChg>
      <pc:sldChg chg="addSp delSp modSp new mod">
        <pc:chgData name="Emma Hogan" userId="bbc2d92f-30d5-4629-8143-c389355c56b3" providerId="ADAL" clId="{116A819F-23C2-419D-8C8D-561F79F7CD19}" dt="2025-11-15T16:30:10.206" v="11147" actId="20577"/>
        <pc:sldMkLst>
          <pc:docMk/>
          <pc:sldMk cId="533970274" sldId="350"/>
        </pc:sldMkLst>
        <pc:spChg chg="mod">
          <ac:chgData name="Emma Hogan" userId="bbc2d92f-30d5-4629-8143-c389355c56b3" providerId="ADAL" clId="{116A819F-23C2-419D-8C8D-561F79F7CD19}" dt="2025-11-15T16:30:10.206" v="11147" actId="20577"/>
          <ac:spMkLst>
            <pc:docMk/>
            <pc:sldMk cId="533970274" sldId="350"/>
            <ac:spMk id="3" creationId="{B3CED6AE-32A6-37D3-8CD3-F0F8DCFB0A2B}"/>
          </ac:spMkLst>
        </pc:spChg>
        <pc:spChg chg="add mod">
          <ac:chgData name="Emma Hogan" userId="bbc2d92f-30d5-4629-8143-c389355c56b3" providerId="ADAL" clId="{116A819F-23C2-419D-8C8D-561F79F7CD19}" dt="2025-11-15T15:28:23.537" v="9322"/>
          <ac:spMkLst>
            <pc:docMk/>
            <pc:sldMk cId="533970274" sldId="350"/>
            <ac:spMk id="4" creationId="{88CF5674-F6FB-15E1-AD36-F23DA4909535}"/>
          </ac:spMkLst>
        </pc:spChg>
        <pc:picChg chg="add mod">
          <ac:chgData name="Emma Hogan" userId="bbc2d92f-30d5-4629-8143-c389355c56b3" providerId="ADAL" clId="{116A819F-23C2-419D-8C8D-561F79F7CD19}" dt="2025-11-15T12:34:14.438" v="9300" actId="12788"/>
          <ac:picMkLst>
            <pc:docMk/>
            <pc:sldMk cId="533970274" sldId="350"/>
            <ac:picMk id="7" creationId="{22D2059C-AE8C-A15F-E34A-50F06A4B204D}"/>
          </ac:picMkLst>
        </pc:picChg>
      </pc:sldChg>
      <pc:sldChg chg="addSp delSp modSp new mod ord modNotesTx">
        <pc:chgData name="Emma Hogan" userId="bbc2d92f-30d5-4629-8143-c389355c56b3" providerId="ADAL" clId="{116A819F-23C2-419D-8C8D-561F79F7CD19}" dt="2025-11-15T16:09:49.803" v="10906" actId="20577"/>
        <pc:sldMkLst>
          <pc:docMk/>
          <pc:sldMk cId="3957540630" sldId="351"/>
        </pc:sldMkLst>
        <pc:spChg chg="add mod">
          <ac:chgData name="Emma Hogan" userId="bbc2d92f-30d5-4629-8143-c389355c56b3" providerId="ADAL" clId="{116A819F-23C2-419D-8C8D-561F79F7CD19}" dt="2025-11-15T15:53:35.391" v="10406" actId="1035"/>
          <ac:spMkLst>
            <pc:docMk/>
            <pc:sldMk cId="3957540630" sldId="351"/>
            <ac:spMk id="7" creationId="{8839AA24-94D0-9AEE-8764-953187587F8B}"/>
          </ac:spMkLst>
        </pc:spChg>
        <pc:picChg chg="add mod">
          <ac:chgData name="Emma Hogan" userId="bbc2d92f-30d5-4629-8143-c389355c56b3" providerId="ADAL" clId="{116A819F-23C2-419D-8C8D-561F79F7CD19}" dt="2025-11-15T15:30:53.846" v="9334" actId="1036"/>
          <ac:picMkLst>
            <pc:docMk/>
            <pc:sldMk cId="3957540630" sldId="351"/>
            <ac:picMk id="5" creationId="{86C5B436-CE34-A1D0-5D0D-FF9A910CFD34}"/>
          </ac:picMkLst>
        </pc:picChg>
      </pc:sldChg>
      <pc:sldChg chg="addSp delSp modSp new mod">
        <pc:chgData name="Emma Hogan" userId="bbc2d92f-30d5-4629-8143-c389355c56b3" providerId="ADAL" clId="{116A819F-23C2-419D-8C8D-561F79F7CD19}" dt="2025-11-18T10:34:17.384" v="14941" actId="12788"/>
        <pc:sldMkLst>
          <pc:docMk/>
          <pc:sldMk cId="3916876606" sldId="352"/>
        </pc:sldMkLst>
        <pc:picChg chg="add mod">
          <ac:chgData name="Emma Hogan" userId="bbc2d92f-30d5-4629-8143-c389355c56b3" providerId="ADAL" clId="{116A819F-23C2-419D-8C8D-561F79F7CD19}" dt="2025-11-18T10:34:17.384" v="14941" actId="12788"/>
          <ac:picMkLst>
            <pc:docMk/>
            <pc:sldMk cId="3916876606" sldId="352"/>
            <ac:picMk id="7" creationId="{8ABD6CD9-9B88-491B-8FC1-E56DD11A058A}"/>
          </ac:picMkLst>
        </pc:picChg>
      </pc:sldChg>
      <pc:sldChg chg="modSp new mod modAnim modNotesTx">
        <pc:chgData name="Emma Hogan" userId="bbc2d92f-30d5-4629-8143-c389355c56b3" providerId="ADAL" clId="{116A819F-23C2-419D-8C8D-561F79F7CD19}" dt="2025-11-15T18:42:09.886" v="14851" actId="20577"/>
        <pc:sldMkLst>
          <pc:docMk/>
          <pc:sldMk cId="2269736138" sldId="353"/>
        </pc:sldMkLst>
        <pc:spChg chg="mod">
          <ac:chgData name="Emma Hogan" userId="bbc2d92f-30d5-4629-8143-c389355c56b3" providerId="ADAL" clId="{116A819F-23C2-419D-8C8D-561F79F7CD19}" dt="2025-11-15T18:41:25.100" v="14843" actId="20577"/>
          <ac:spMkLst>
            <pc:docMk/>
            <pc:sldMk cId="2269736138" sldId="353"/>
            <ac:spMk id="2" creationId="{97399C4E-0F9D-A8FC-17D4-271A61EB099A}"/>
          </ac:spMkLst>
        </pc:spChg>
        <pc:spChg chg="mod">
          <ac:chgData name="Emma Hogan" userId="bbc2d92f-30d5-4629-8143-c389355c56b3" providerId="ADAL" clId="{116A819F-23C2-419D-8C8D-561F79F7CD19}" dt="2025-11-15T16:30:33.977" v="11153" actId="20577"/>
          <ac:spMkLst>
            <pc:docMk/>
            <pc:sldMk cId="2269736138" sldId="353"/>
            <ac:spMk id="3" creationId="{7395FF90-68E0-5335-9C6D-9A99801CE8F6}"/>
          </ac:spMkLst>
        </pc:spChg>
      </pc:sldChg>
      <pc:sldChg chg="addSp delSp modSp new mod modNotesTx">
        <pc:chgData name="Emma Hogan" userId="bbc2d92f-30d5-4629-8143-c389355c56b3" providerId="ADAL" clId="{116A819F-23C2-419D-8C8D-561F79F7CD19}" dt="2025-11-15T16:59:30.826" v="12103" actId="20577"/>
        <pc:sldMkLst>
          <pc:docMk/>
          <pc:sldMk cId="1409589034" sldId="354"/>
        </pc:sldMkLst>
        <pc:spChg chg="add mod">
          <ac:chgData name="Emma Hogan" userId="bbc2d92f-30d5-4629-8143-c389355c56b3" providerId="ADAL" clId="{116A819F-23C2-419D-8C8D-561F79F7CD19}" dt="2025-11-15T16:11:22.466" v="10918" actId="1035"/>
          <ac:spMkLst>
            <pc:docMk/>
            <pc:sldMk cId="1409589034" sldId="354"/>
            <ac:spMk id="7" creationId="{60B9BAAF-B33F-13D5-E099-248BD15FE593}"/>
          </ac:spMkLst>
        </pc:spChg>
        <pc:picChg chg="add mod">
          <ac:chgData name="Emma Hogan" userId="bbc2d92f-30d5-4629-8143-c389355c56b3" providerId="ADAL" clId="{116A819F-23C2-419D-8C8D-561F79F7CD19}" dt="2025-11-15T16:12:17.426" v="10941" actId="1036"/>
          <ac:picMkLst>
            <pc:docMk/>
            <pc:sldMk cId="1409589034" sldId="354"/>
            <ac:picMk id="5" creationId="{22DA5863-1061-C864-0571-4ADEF69C7153}"/>
          </ac:picMkLst>
        </pc:picChg>
      </pc:sldChg>
      <pc:sldChg chg="modSp new mod modAnim modNotesTx">
        <pc:chgData name="Emma Hogan" userId="bbc2d92f-30d5-4629-8143-c389355c56b3" providerId="ADAL" clId="{116A819F-23C2-419D-8C8D-561F79F7CD19}" dt="2025-11-15T17:34:40.594" v="13820" actId="20577"/>
        <pc:sldMkLst>
          <pc:docMk/>
          <pc:sldMk cId="2706665421" sldId="355"/>
        </pc:sldMkLst>
        <pc:spChg chg="mod">
          <ac:chgData name="Emma Hogan" userId="bbc2d92f-30d5-4629-8143-c389355c56b3" providerId="ADAL" clId="{116A819F-23C2-419D-8C8D-561F79F7CD19}" dt="2025-11-15T17:34:40.594" v="13820" actId="20577"/>
          <ac:spMkLst>
            <pc:docMk/>
            <pc:sldMk cId="2706665421" sldId="355"/>
            <ac:spMk id="2" creationId="{FF6F07C8-84FF-86C3-8AC2-80D674A63EB0}"/>
          </ac:spMkLst>
        </pc:spChg>
        <pc:spChg chg="mod">
          <ac:chgData name="Emma Hogan" userId="bbc2d92f-30d5-4629-8143-c389355c56b3" providerId="ADAL" clId="{116A819F-23C2-419D-8C8D-561F79F7CD19}" dt="2025-11-15T16:33:31.578" v="11252" actId="20577"/>
          <ac:spMkLst>
            <pc:docMk/>
            <pc:sldMk cId="2706665421" sldId="355"/>
            <ac:spMk id="3" creationId="{24F69D6E-6D64-7F44-3079-88963775140C}"/>
          </ac:spMkLst>
        </pc:spChg>
      </pc:sldChg>
      <pc:sldChg chg="addSp delSp modSp new mod modAnim modNotesTx">
        <pc:chgData name="Emma Hogan" userId="bbc2d92f-30d5-4629-8143-c389355c56b3" providerId="ADAL" clId="{116A819F-23C2-419D-8C8D-561F79F7CD19}" dt="2025-11-18T16:28:19.140" v="14942" actId="692"/>
        <pc:sldMkLst>
          <pc:docMk/>
          <pc:sldMk cId="2488171398" sldId="356"/>
        </pc:sldMkLst>
        <pc:spChg chg="add mod">
          <ac:chgData name="Emma Hogan" userId="bbc2d92f-30d5-4629-8143-c389355c56b3" providerId="ADAL" clId="{116A819F-23C2-419D-8C8D-561F79F7CD19}" dt="2025-11-15T16:45:57.475" v="11494" actId="207"/>
          <ac:spMkLst>
            <pc:docMk/>
            <pc:sldMk cId="2488171398" sldId="356"/>
            <ac:spMk id="7" creationId="{1FBF6A12-6437-2CA1-6991-DEC7536DC9CF}"/>
          </ac:spMkLst>
        </pc:spChg>
        <pc:spChg chg="add mod">
          <ac:chgData name="Emma Hogan" userId="bbc2d92f-30d5-4629-8143-c389355c56b3" providerId="ADAL" clId="{116A819F-23C2-419D-8C8D-561F79F7CD19}" dt="2025-11-15T16:44:46.953" v="11480" actId="207"/>
          <ac:spMkLst>
            <pc:docMk/>
            <pc:sldMk cId="2488171398" sldId="356"/>
            <ac:spMk id="14" creationId="{149C3DF2-C830-AFF0-270F-34072BE5BB18}"/>
          </ac:spMkLst>
        </pc:spChg>
        <pc:spChg chg="add mod">
          <ac:chgData name="Emma Hogan" userId="bbc2d92f-30d5-4629-8143-c389355c56b3" providerId="ADAL" clId="{116A819F-23C2-419D-8C8D-561F79F7CD19}" dt="2025-11-15T16:45:20.452" v="11487" actId="207"/>
          <ac:spMkLst>
            <pc:docMk/>
            <pc:sldMk cId="2488171398" sldId="356"/>
            <ac:spMk id="25" creationId="{77CB6310-8782-A9FE-A239-79322FCECC15}"/>
          </ac:spMkLst>
        </pc:spChg>
        <pc:spChg chg="add mod">
          <ac:chgData name="Emma Hogan" userId="bbc2d92f-30d5-4629-8143-c389355c56b3" providerId="ADAL" clId="{116A819F-23C2-419D-8C8D-561F79F7CD19}" dt="2025-11-15T16:46:25.345" v="11500" actId="207"/>
          <ac:spMkLst>
            <pc:docMk/>
            <pc:sldMk cId="2488171398" sldId="356"/>
            <ac:spMk id="44" creationId="{76003201-937A-9A5C-6958-284061220885}"/>
          </ac:spMkLst>
        </pc:spChg>
        <pc:spChg chg="add mod">
          <ac:chgData name="Emma Hogan" userId="bbc2d92f-30d5-4629-8143-c389355c56b3" providerId="ADAL" clId="{116A819F-23C2-419D-8C8D-561F79F7CD19}" dt="2025-11-15T16:46:55.075" v="11507" actId="207"/>
          <ac:spMkLst>
            <pc:docMk/>
            <pc:sldMk cId="2488171398" sldId="356"/>
            <ac:spMk id="54" creationId="{B47AA63A-969B-7B72-7F02-55CC08C78CC0}"/>
          </ac:spMkLst>
        </pc:spChg>
        <pc:picChg chg="add mod">
          <ac:chgData name="Emma Hogan" userId="bbc2d92f-30d5-4629-8143-c389355c56b3" providerId="ADAL" clId="{116A819F-23C2-419D-8C8D-561F79F7CD19}" dt="2025-11-15T16:48:24.364" v="11530" actId="1037"/>
          <ac:picMkLst>
            <pc:docMk/>
            <pc:sldMk cId="2488171398" sldId="356"/>
            <ac:picMk id="4" creationId="{86CDC4F0-DE81-F132-0D5D-6E0A549C7EEB}"/>
          </ac:picMkLst>
        </pc:picChg>
        <pc:picChg chg="add mod">
          <ac:chgData name="Emma Hogan" userId="bbc2d92f-30d5-4629-8143-c389355c56b3" providerId="ADAL" clId="{116A819F-23C2-419D-8C8D-561F79F7CD19}" dt="2025-11-15T16:48:31.962" v="11531" actId="14100"/>
          <ac:picMkLst>
            <pc:docMk/>
            <pc:sldMk cId="2488171398" sldId="356"/>
            <ac:picMk id="6" creationId="{409D0191-63FD-C020-5E2E-0896A125170C}"/>
          </ac:picMkLst>
        </pc:picChg>
        <pc:cxnChg chg="add mod">
          <ac:chgData name="Emma Hogan" userId="bbc2d92f-30d5-4629-8143-c389355c56b3" providerId="ADAL" clId="{116A819F-23C2-419D-8C8D-561F79F7CD19}" dt="2025-11-18T16:28:19.140" v="14942" actId="692"/>
          <ac:cxnSpMkLst>
            <pc:docMk/>
            <pc:sldMk cId="2488171398" sldId="356"/>
            <ac:cxnSpMk id="9" creationId="{EF10EC67-397B-C073-14D0-44F52611F0E1}"/>
          </ac:cxnSpMkLst>
        </pc:cxnChg>
        <pc:cxnChg chg="add mod">
          <ac:chgData name="Emma Hogan" userId="bbc2d92f-30d5-4629-8143-c389355c56b3" providerId="ADAL" clId="{116A819F-23C2-419D-8C8D-561F79F7CD19}" dt="2025-11-15T16:49:55.360" v="11559" actId="14100"/>
          <ac:cxnSpMkLst>
            <pc:docMk/>
            <pc:sldMk cId="2488171398" sldId="356"/>
            <ac:cxnSpMk id="10" creationId="{D8EBAC5B-903B-33DF-ABD3-CDAB14869D8F}"/>
          </ac:cxnSpMkLst>
        </pc:cxnChg>
        <pc:cxnChg chg="add mod">
          <ac:chgData name="Emma Hogan" userId="bbc2d92f-30d5-4629-8143-c389355c56b3" providerId="ADAL" clId="{116A819F-23C2-419D-8C8D-561F79F7CD19}" dt="2025-11-15T16:48:41.359" v="11532" actId="14100"/>
          <ac:cxnSpMkLst>
            <pc:docMk/>
            <pc:sldMk cId="2488171398" sldId="356"/>
            <ac:cxnSpMk id="15" creationId="{1C53E933-3AF9-CAE4-73BD-A60F44293456}"/>
          </ac:cxnSpMkLst>
        </pc:cxnChg>
        <pc:cxnChg chg="add mod">
          <ac:chgData name="Emma Hogan" userId="bbc2d92f-30d5-4629-8143-c389355c56b3" providerId="ADAL" clId="{116A819F-23C2-419D-8C8D-561F79F7CD19}" dt="2025-11-15T16:48:52.181" v="11534" actId="14100"/>
          <ac:cxnSpMkLst>
            <pc:docMk/>
            <pc:sldMk cId="2488171398" sldId="356"/>
            <ac:cxnSpMk id="18" creationId="{6040DCD9-1367-A7A7-D207-7DCB8938D80E}"/>
          </ac:cxnSpMkLst>
        </pc:cxnChg>
        <pc:cxnChg chg="add mod">
          <ac:chgData name="Emma Hogan" userId="bbc2d92f-30d5-4629-8143-c389355c56b3" providerId="ADAL" clId="{116A819F-23C2-419D-8C8D-561F79F7CD19}" dt="2025-11-15T16:45:35.102" v="11491" actId="692"/>
          <ac:cxnSpMkLst>
            <pc:docMk/>
            <pc:sldMk cId="2488171398" sldId="356"/>
            <ac:cxnSpMk id="38" creationId="{1B5F685F-57C9-AEF8-5DD4-5D425AD87268}"/>
          </ac:cxnSpMkLst>
        </pc:cxnChg>
        <pc:cxnChg chg="add mod">
          <ac:chgData name="Emma Hogan" userId="bbc2d92f-30d5-4629-8143-c389355c56b3" providerId="ADAL" clId="{116A819F-23C2-419D-8C8D-561F79F7CD19}" dt="2025-11-15T16:49:02.895" v="11535" actId="14100"/>
          <ac:cxnSpMkLst>
            <pc:docMk/>
            <pc:sldMk cId="2488171398" sldId="356"/>
            <ac:cxnSpMk id="41" creationId="{9004CE69-F624-854F-0ABA-3E65538F0875}"/>
          </ac:cxnSpMkLst>
        </pc:cxnChg>
        <pc:cxnChg chg="add mod">
          <ac:chgData name="Emma Hogan" userId="bbc2d92f-30d5-4629-8143-c389355c56b3" providerId="ADAL" clId="{116A819F-23C2-419D-8C8D-561F79F7CD19}" dt="2025-11-15T16:49:20.306" v="11543" actId="14100"/>
          <ac:cxnSpMkLst>
            <pc:docMk/>
            <pc:sldMk cId="2488171398" sldId="356"/>
            <ac:cxnSpMk id="45" creationId="{CCAF7FCC-6DAD-67F8-CB30-82E231B247D7}"/>
          </ac:cxnSpMkLst>
        </pc:cxnChg>
        <pc:cxnChg chg="add mod">
          <ac:chgData name="Emma Hogan" userId="bbc2d92f-30d5-4629-8143-c389355c56b3" providerId="ADAL" clId="{116A819F-23C2-419D-8C8D-561F79F7CD19}" dt="2025-11-15T16:49:32.408" v="11555" actId="14100"/>
          <ac:cxnSpMkLst>
            <pc:docMk/>
            <pc:sldMk cId="2488171398" sldId="356"/>
            <ac:cxnSpMk id="49" creationId="{F1EAB868-5AEB-18CF-2CFF-A27A6E0E0638}"/>
          </ac:cxnSpMkLst>
        </pc:cxnChg>
        <pc:cxnChg chg="add mod">
          <ac:chgData name="Emma Hogan" userId="bbc2d92f-30d5-4629-8143-c389355c56b3" providerId="ADAL" clId="{116A819F-23C2-419D-8C8D-561F79F7CD19}" dt="2025-11-15T16:49:39.403" v="11556" actId="14100"/>
          <ac:cxnSpMkLst>
            <pc:docMk/>
            <pc:sldMk cId="2488171398" sldId="356"/>
            <ac:cxnSpMk id="55" creationId="{630F23A7-343E-F632-196D-461AAA62F2A7}"/>
          </ac:cxnSpMkLst>
        </pc:cxnChg>
        <pc:cxnChg chg="add mod">
          <ac:chgData name="Emma Hogan" userId="bbc2d92f-30d5-4629-8143-c389355c56b3" providerId="ADAL" clId="{116A819F-23C2-419D-8C8D-561F79F7CD19}" dt="2025-11-15T16:49:45.428" v="11557" actId="14100"/>
          <ac:cxnSpMkLst>
            <pc:docMk/>
            <pc:sldMk cId="2488171398" sldId="356"/>
            <ac:cxnSpMk id="59" creationId="{F2109C71-9014-E44B-2A23-5DDE12118BF3}"/>
          </ac:cxnSpMkLst>
        </pc:cxnChg>
      </pc:sldChg>
      <pc:sldChg chg="modSp add del mod">
        <pc:chgData name="Emma Hogan" userId="bbc2d92f-30d5-4629-8143-c389355c56b3" providerId="ADAL" clId="{116A819F-23C2-419D-8C8D-561F79F7CD19}" dt="2025-11-15T17:13:06.618" v="12924" actId="47"/>
        <pc:sldMkLst>
          <pc:docMk/>
          <pc:sldMk cId="117165736" sldId="357"/>
        </pc:sldMkLst>
      </pc:sldChg>
      <pc:sldChg chg="modSp add mod modAnim modNotesTx">
        <pc:chgData name="Emma Hogan" userId="bbc2d92f-30d5-4629-8143-c389355c56b3" providerId="ADAL" clId="{116A819F-23C2-419D-8C8D-561F79F7CD19}" dt="2025-11-15T18:03:30.941" v="14653"/>
        <pc:sldMkLst>
          <pc:docMk/>
          <pc:sldMk cId="573196342" sldId="358"/>
        </pc:sldMkLst>
        <pc:spChg chg="mod">
          <ac:chgData name="Emma Hogan" userId="bbc2d92f-30d5-4629-8143-c389355c56b3" providerId="ADAL" clId="{116A819F-23C2-419D-8C8D-561F79F7CD19}" dt="2025-11-15T17:38:44.709" v="14021" actId="20577"/>
          <ac:spMkLst>
            <pc:docMk/>
            <pc:sldMk cId="573196342" sldId="358"/>
            <ac:spMk id="2" creationId="{778076AF-A9C2-E4FC-538F-3509ECF672B5}"/>
          </ac:spMkLst>
        </pc:spChg>
      </pc:sldChg>
      <pc:sldChg chg="modSp new mod modAnim">
        <pc:chgData name="Emma Hogan" userId="bbc2d92f-30d5-4629-8143-c389355c56b3" providerId="ADAL" clId="{116A819F-23C2-419D-8C8D-561F79F7CD19}" dt="2025-11-15T18:08:27.526" v="14672"/>
        <pc:sldMkLst>
          <pc:docMk/>
          <pc:sldMk cId="1810737500" sldId="359"/>
        </pc:sldMkLst>
        <pc:spChg chg="mod">
          <ac:chgData name="Emma Hogan" userId="bbc2d92f-30d5-4629-8143-c389355c56b3" providerId="ADAL" clId="{116A819F-23C2-419D-8C8D-561F79F7CD19}" dt="2025-11-15T18:02:40.556" v="14649"/>
          <ac:spMkLst>
            <pc:docMk/>
            <pc:sldMk cId="1810737500" sldId="359"/>
            <ac:spMk id="2" creationId="{4CA25050-4C81-A397-EEB4-F697C6ACC5BD}"/>
          </ac:spMkLst>
        </pc:spChg>
        <pc:spChg chg="mod">
          <ac:chgData name="Emma Hogan" userId="bbc2d92f-30d5-4629-8143-c389355c56b3" providerId="ADAL" clId="{116A819F-23C2-419D-8C8D-561F79F7CD19}" dt="2025-11-15T17:28:40.326" v="13499" actId="20577"/>
          <ac:spMkLst>
            <pc:docMk/>
            <pc:sldMk cId="1810737500" sldId="359"/>
            <ac:spMk id="3" creationId="{FE0B338D-108B-44A3-AABC-E5CFF09C4F2C}"/>
          </ac:spMkLst>
        </pc:spChg>
      </pc:sldChg>
      <pc:sldChg chg="modSp new mod modAnim modNotesTx">
        <pc:chgData name="Emma Hogan" userId="bbc2d92f-30d5-4629-8143-c389355c56b3" providerId="ADAL" clId="{116A819F-23C2-419D-8C8D-561F79F7CD19}" dt="2025-11-15T18:17:10.202" v="14684" actId="20577"/>
        <pc:sldMkLst>
          <pc:docMk/>
          <pc:sldMk cId="2110800137" sldId="360"/>
        </pc:sldMkLst>
        <pc:spChg chg="mod">
          <ac:chgData name="Emma Hogan" userId="bbc2d92f-30d5-4629-8143-c389355c56b3" providerId="ADAL" clId="{116A819F-23C2-419D-8C8D-561F79F7CD19}" dt="2025-11-15T18:17:10.202" v="14684" actId="20577"/>
          <ac:spMkLst>
            <pc:docMk/>
            <pc:sldMk cId="2110800137" sldId="360"/>
            <ac:spMk id="2" creationId="{579CCBB7-38D2-1414-EF1E-C34EF234F72E}"/>
          </ac:spMkLst>
        </pc:spChg>
        <pc:spChg chg="mod">
          <ac:chgData name="Emma Hogan" userId="bbc2d92f-30d5-4629-8143-c389355c56b3" providerId="ADAL" clId="{116A819F-23C2-419D-8C8D-561F79F7CD19}" dt="2025-11-15T17:55:06.811" v="14421"/>
          <ac:spMkLst>
            <pc:docMk/>
            <pc:sldMk cId="2110800137" sldId="360"/>
            <ac:spMk id="3" creationId="{0FCFFDF9-2826-8585-6E7F-32115E250A94}"/>
          </ac:spMkLst>
        </pc:spChg>
      </pc:sldChg>
      <pc:sldChg chg="modSp new del mod ord">
        <pc:chgData name="Emma Hogan" userId="bbc2d92f-30d5-4629-8143-c389355c56b3" providerId="ADAL" clId="{116A819F-23C2-419D-8C8D-561F79F7CD19}" dt="2025-11-15T17:40:06.055" v="14055" actId="47"/>
        <pc:sldMkLst>
          <pc:docMk/>
          <pc:sldMk cId="2465478941" sldId="360"/>
        </pc:sldMkLst>
      </pc:sldChg>
      <pc:sldChg chg="addSp delSp modSp new del mod modNotesTx">
        <pc:chgData name="Emma Hogan" userId="bbc2d92f-30d5-4629-8143-c389355c56b3" providerId="ADAL" clId="{116A819F-23C2-419D-8C8D-561F79F7CD19}" dt="2025-11-17T09:40:35.808" v="14938" actId="47"/>
        <pc:sldMkLst>
          <pc:docMk/>
          <pc:sldMk cId="1043800638" sldId="361"/>
        </pc:sldMkLst>
      </pc:sldChg>
      <pc:sldChg chg="addSp delSp modSp new del mod">
        <pc:chgData name="Emma Hogan" userId="bbc2d92f-30d5-4629-8143-c389355c56b3" providerId="ADAL" clId="{116A819F-23C2-419D-8C8D-561F79F7CD19}" dt="2025-11-15T18:00:48.422" v="14515" actId="47"/>
        <pc:sldMkLst>
          <pc:docMk/>
          <pc:sldMk cId="1806720060" sldId="361"/>
        </pc:sldMkLst>
      </pc:sldChg>
      <pc:sldMasterChg chg="addSp modSp">
        <pc:chgData name="Emma Hogan" userId="bbc2d92f-30d5-4629-8143-c389355c56b3" providerId="ADAL" clId="{116A819F-23C2-419D-8C8D-561F79F7CD19}" dt="2025-11-18T10:32:40.412" v="14939"/>
        <pc:sldMasterMkLst>
          <pc:docMk/>
          <pc:sldMasterMk cId="3098655942" sldId="2147483658"/>
        </pc:sldMasterMkLst>
        <pc:picChg chg="add mod">
          <ac:chgData name="Emma Hogan" userId="bbc2d92f-30d5-4629-8143-c389355c56b3" providerId="ADAL" clId="{116A819F-23C2-419D-8C8D-561F79F7CD19}" dt="2025-11-18T10:32:40.412" v="14939"/>
          <ac:picMkLst>
            <pc:docMk/>
            <pc:sldMasterMk cId="3098655942" sldId="2147483658"/>
            <ac:picMk id="5" creationId="{1E89A55B-A3D2-7F2A-3897-4518F9AD6175}"/>
          </ac:picMkLst>
        </pc:picChg>
      </pc:sldMasterChg>
    </pc:docChg>
  </pc:docChgLst>
  <pc:docChgLst>
    <pc:chgData name="Emma Hogan" userId="S::emma.hogan@metoffice.gov.uk::bbc2d92f-30d5-4629-8143-c389355c56b3" providerId="AD" clId="Web-{0CC38B91-84B9-7D54-1BC4-3C8CB29E57E0}"/>
    <pc:docChg chg="modSld">
      <pc:chgData name="Emma Hogan" userId="S::emma.hogan@metoffice.gov.uk::bbc2d92f-30d5-4629-8143-c389355c56b3" providerId="AD" clId="Web-{0CC38B91-84B9-7D54-1BC4-3C8CB29E57E0}" dt="2024-10-17T09:15:29.564" v="286" actId="20577"/>
      <pc:docMkLst>
        <pc:docMk/>
      </pc:docMkLst>
    </pc:docChg>
  </pc:docChgLst>
  <pc:docChgLst>
    <pc:chgData name="Hogan, Emma" userId="bbc2d92f-30d5-4629-8143-c389355c56b3" providerId="ADAL" clId="{9CCD53CC-F2CC-423D-804D-9549F645AED0}"/>
    <pc:docChg chg="modSld">
      <pc:chgData name="Hogan, Emma" userId="bbc2d92f-30d5-4629-8143-c389355c56b3" providerId="ADAL" clId="{9CCD53CC-F2CC-423D-804D-9549F645AED0}" dt="2022-04-25T13:00:29.774" v="29"/>
      <pc:docMkLst>
        <pc:docMk/>
      </pc:docMkLst>
      <pc:sldChg chg="modAnim">
        <pc:chgData name="Hogan, Emma" userId="bbc2d92f-30d5-4629-8143-c389355c56b3" providerId="ADAL" clId="{9CCD53CC-F2CC-423D-804D-9549F645AED0}" dt="2022-04-25T12:55:16.111" v="5"/>
        <pc:sldMkLst>
          <pc:docMk/>
          <pc:sldMk cId="2350919745" sldId="285"/>
        </pc:sldMkLst>
      </pc:sldChg>
      <pc:sldChg chg="modSp modAnim">
        <pc:chgData name="Hogan, Emma" userId="bbc2d92f-30d5-4629-8143-c389355c56b3" providerId="ADAL" clId="{9CCD53CC-F2CC-423D-804D-9549F645AED0}" dt="2022-04-25T12:58:53.614" v="10" actId="20577"/>
        <pc:sldMkLst>
          <pc:docMk/>
          <pc:sldMk cId="3592233888" sldId="288"/>
        </pc:sldMkLst>
      </pc:sldChg>
      <pc:sldChg chg="modAnim">
        <pc:chgData name="Hogan, Emma" userId="bbc2d92f-30d5-4629-8143-c389355c56b3" providerId="ADAL" clId="{9CCD53CC-F2CC-423D-804D-9549F645AED0}" dt="2022-04-25T13:00:08.129" v="26"/>
        <pc:sldMkLst>
          <pc:docMk/>
          <pc:sldMk cId="3422492616" sldId="289"/>
        </pc:sldMkLst>
      </pc:sldChg>
      <pc:sldChg chg="modAnim">
        <pc:chgData name="Hogan, Emma" userId="bbc2d92f-30d5-4629-8143-c389355c56b3" providerId="ADAL" clId="{9CCD53CC-F2CC-423D-804D-9549F645AED0}" dt="2022-04-25T13:00:29.774" v="29"/>
        <pc:sldMkLst>
          <pc:docMk/>
          <pc:sldMk cId="3966615095" sldId="291"/>
        </pc:sldMkLst>
      </pc:sldChg>
      <pc:sldChg chg="modAnim">
        <pc:chgData name="Hogan, Emma" userId="bbc2d92f-30d5-4629-8143-c389355c56b3" providerId="ADAL" clId="{9CCD53CC-F2CC-423D-804D-9549F645AED0}" dt="2022-04-25T12:59:41.675" v="20"/>
        <pc:sldMkLst>
          <pc:docMk/>
          <pc:sldMk cId="326349841" sldId="292"/>
        </pc:sldMkLst>
      </pc:sldChg>
      <pc:sldChg chg="modAnim">
        <pc:chgData name="Hogan, Emma" userId="bbc2d92f-30d5-4629-8143-c389355c56b3" providerId="ADAL" clId="{9CCD53CC-F2CC-423D-804D-9549F645AED0}" dt="2022-04-25T13:00:19.673" v="28"/>
        <pc:sldMkLst>
          <pc:docMk/>
          <pc:sldMk cId="991805489" sldId="293"/>
        </pc:sldMkLst>
      </pc:sldChg>
      <pc:sldChg chg="modAnim">
        <pc:chgData name="Hogan, Emma" userId="bbc2d92f-30d5-4629-8143-c389355c56b3" providerId="ADAL" clId="{9CCD53CC-F2CC-423D-804D-9549F645AED0}" dt="2022-04-25T12:59:21.131" v="16"/>
        <pc:sldMkLst>
          <pc:docMk/>
          <pc:sldMk cId="2974826701" sldId="294"/>
        </pc:sldMkLst>
      </pc:sldChg>
      <pc:sldChg chg="modAnim">
        <pc:chgData name="Hogan, Emma" userId="bbc2d92f-30d5-4629-8143-c389355c56b3" providerId="ADAL" clId="{9CCD53CC-F2CC-423D-804D-9549F645AED0}" dt="2022-04-25T12:55:29.066" v="7"/>
        <pc:sldMkLst>
          <pc:docMk/>
          <pc:sldMk cId="2150757564" sldId="295"/>
        </pc:sldMkLst>
      </pc:sldChg>
      <pc:sldChg chg="modAnim">
        <pc:chgData name="Hogan, Emma" userId="bbc2d92f-30d5-4629-8143-c389355c56b3" providerId="ADAL" clId="{9CCD53CC-F2CC-423D-804D-9549F645AED0}" dt="2022-04-25T12:59:12.308" v="14"/>
        <pc:sldMkLst>
          <pc:docMk/>
          <pc:sldMk cId="374476151" sldId="299"/>
        </pc:sldMkLst>
      </pc:sldChg>
    </pc:docChg>
  </pc:docChgLst>
  <pc:docChgLst>
    <pc:chgData name="Hogan, Emma" userId="S::emma.hogan@metoffice.gov.uk::bbc2d92f-30d5-4629-8143-c389355c56b3" providerId="AD" clId="Web-{7AA8EED3-EC02-2DBB-624C-723931DC5A7B}"/>
    <pc:docChg chg="modSld">
      <pc:chgData name="Hogan, Emma" userId="S::emma.hogan@metoffice.gov.uk::bbc2d92f-30d5-4629-8143-c389355c56b3" providerId="AD" clId="Web-{7AA8EED3-EC02-2DBB-624C-723931DC5A7B}" dt="2022-05-18T13:04:45.720" v="13"/>
      <pc:docMkLst>
        <pc:docMk/>
      </pc:docMkLst>
      <pc:sldChg chg="addAnim modAnim">
        <pc:chgData name="Hogan, Emma" userId="S::emma.hogan@metoffice.gov.uk::bbc2d92f-30d5-4629-8143-c389355c56b3" providerId="AD" clId="Web-{7AA8EED3-EC02-2DBB-624C-723931DC5A7B}" dt="2022-05-18T13:04:45.720" v="13"/>
        <pc:sldMkLst>
          <pc:docMk/>
          <pc:sldMk cId="413927354" sldId="311"/>
        </pc:sldMkLst>
      </pc:sldChg>
    </pc:docChg>
  </pc:docChgLst>
  <pc:docChgLst>
    <pc:chgData name="Emma Hogan" userId="bbc2d92f-30d5-4629-8143-c389355c56b3" providerId="ADAL" clId="{8FE8E528-27C2-4603-9C01-0DC22344E8B7}"/>
    <pc:docChg chg="modSld">
      <pc:chgData name="Emma Hogan" userId="bbc2d92f-30d5-4629-8143-c389355c56b3" providerId="ADAL" clId="{8FE8E528-27C2-4603-9C01-0DC22344E8B7}" dt="2023-06-02T17:24:00.888" v="22"/>
      <pc:docMkLst>
        <pc:docMk/>
      </pc:docMkLst>
      <pc:sldChg chg="modAnim">
        <pc:chgData name="Emma Hogan" userId="bbc2d92f-30d5-4629-8143-c389355c56b3" providerId="ADAL" clId="{8FE8E528-27C2-4603-9C01-0DC22344E8B7}" dt="2023-06-02T17:23:23.407" v="19"/>
        <pc:sldMkLst>
          <pc:docMk/>
          <pc:sldMk cId="2395409213" sldId="317"/>
        </pc:sldMkLst>
      </pc:sldChg>
      <pc:sldChg chg="modAnim">
        <pc:chgData name="Emma Hogan" userId="bbc2d92f-30d5-4629-8143-c389355c56b3" providerId="ADAL" clId="{8FE8E528-27C2-4603-9C01-0DC22344E8B7}" dt="2023-06-02T17:23:18.895" v="18"/>
        <pc:sldMkLst>
          <pc:docMk/>
          <pc:sldMk cId="3653918952" sldId="320"/>
        </pc:sldMkLst>
      </pc:sldChg>
    </pc:docChg>
  </pc:docChgLst>
  <pc:docChgLst>
    <pc:chgData name="Hogan, Emma" userId="S::emma.hogan@metoffice.gov.uk::bbc2d92f-30d5-4629-8143-c389355c56b3" providerId="AD" clId="Web-{E4EDA91F-64E9-CC5F-6FFB-6126EF661CA9}"/>
    <pc:docChg chg="addSld modSld">
      <pc:chgData name="Hogan, Emma" userId="S::emma.hogan@metoffice.gov.uk::bbc2d92f-30d5-4629-8143-c389355c56b3" providerId="AD" clId="Web-{E4EDA91F-64E9-CC5F-6FFB-6126EF661CA9}" dt="2022-05-12T17:00:19.588" v="45" actId="20577"/>
      <pc:docMkLst>
        <pc:docMk/>
      </pc:docMkLst>
      <pc:sldChg chg="modSp">
        <pc:chgData name="Hogan, Emma" userId="S::emma.hogan@metoffice.gov.uk::bbc2d92f-30d5-4629-8143-c389355c56b3" providerId="AD" clId="Web-{E4EDA91F-64E9-CC5F-6FFB-6126EF661CA9}" dt="2022-05-12T16:58:43.976" v="36" actId="20577"/>
        <pc:sldMkLst>
          <pc:docMk/>
          <pc:sldMk cId="3457246749" sldId="292"/>
        </pc:sldMkLst>
      </pc:sldChg>
      <pc:sldChg chg="modSp">
        <pc:chgData name="Hogan, Emma" userId="S::emma.hogan@metoffice.gov.uk::bbc2d92f-30d5-4629-8143-c389355c56b3" providerId="AD" clId="Web-{E4EDA91F-64E9-CC5F-6FFB-6126EF661CA9}" dt="2022-05-12T17:00:19.588" v="45" actId="20577"/>
        <pc:sldMkLst>
          <pc:docMk/>
          <pc:sldMk cId="385702820" sldId="295"/>
        </pc:sldMkLst>
      </pc:sldChg>
      <pc:sldChg chg="modSp add replId">
        <pc:chgData name="Hogan, Emma" userId="S::emma.hogan@metoffice.gov.uk::bbc2d92f-30d5-4629-8143-c389355c56b3" providerId="AD" clId="Web-{E4EDA91F-64E9-CC5F-6FFB-6126EF661CA9}" dt="2022-05-12T16:56:54.958" v="15" actId="20577"/>
        <pc:sldMkLst>
          <pc:docMk/>
          <pc:sldMk cId="2241461419" sldId="296"/>
        </pc:sldMkLst>
      </pc:sldChg>
    </pc:docChg>
  </pc:docChgLst>
  <pc:docChgLst>
    <pc:chgData name="Hogan, Emma" userId="S::emma.hogan@metoffice.gov.uk::bbc2d92f-30d5-4629-8143-c389355c56b3" providerId="AD" clId="Web-{94EF1090-C1ED-7194-8A56-99B77A525E66}"/>
    <pc:docChg chg="modSld">
      <pc:chgData name="Hogan, Emma" userId="S::emma.hogan@metoffice.gov.uk::bbc2d92f-30d5-4629-8143-c389355c56b3" providerId="AD" clId="Web-{94EF1090-C1ED-7194-8A56-99B77A525E66}" dt="2022-04-25T12:49:59.944" v="14" actId="20577"/>
      <pc:docMkLst>
        <pc:docMk/>
      </pc:docMkLst>
      <pc:sldChg chg="modSp">
        <pc:chgData name="Hogan, Emma" userId="S::emma.hogan@metoffice.gov.uk::bbc2d92f-30d5-4629-8143-c389355c56b3" providerId="AD" clId="Web-{94EF1090-C1ED-7194-8A56-99B77A525E66}" dt="2022-04-25T12:49:59.944" v="14" actId="20577"/>
        <pc:sldMkLst>
          <pc:docMk/>
          <pc:sldMk cId="3592233888" sldId="288"/>
        </pc:sldMkLst>
      </pc:sldChg>
    </pc:docChg>
  </pc:docChgLst>
  <pc:docChgLst>
    <pc:chgData name="Emma Hogan" userId="S::emma.hogan@metoffice.gov.uk::bbc2d92f-30d5-4629-8143-c389355c56b3" providerId="AD" clId="Web-{2E0B1B1F-8BE0-92F0-940C-876AC61CB8A4}"/>
    <pc:docChg chg="modSld">
      <pc:chgData name="Emma Hogan" userId="S::emma.hogan@metoffice.gov.uk::bbc2d92f-30d5-4629-8143-c389355c56b3" providerId="AD" clId="Web-{2E0B1B1F-8BE0-92F0-940C-876AC61CB8A4}" dt="2024-10-17T09:17:37.358" v="5" actId="1076"/>
      <pc:docMkLst>
        <pc:docMk/>
      </pc:docMkLst>
      <pc:sldChg chg="addSp modSp">
        <pc:chgData name="Emma Hogan" userId="S::emma.hogan@metoffice.gov.uk::bbc2d92f-30d5-4629-8143-c389355c56b3" providerId="AD" clId="Web-{2E0B1B1F-8BE0-92F0-940C-876AC61CB8A4}" dt="2024-10-17T09:17:37.358" v="5" actId="1076"/>
        <pc:sldMkLst>
          <pc:docMk/>
          <pc:sldMk cId="650577767" sldId="310"/>
        </pc:sldMkLst>
      </pc:sldChg>
    </pc:docChg>
  </pc:docChgLst>
  <pc:docChgLst>
    <pc:chgData name="Hogan, Emma" userId="S::emma.hogan@metoffice.gov.uk::bbc2d92f-30d5-4629-8143-c389355c56b3" providerId="AD" clId="Web-{214A7CDE-0CF3-29F3-C1F8-AFEEEF0AD3DE}"/>
    <pc:docChg chg="delSld modSld">
      <pc:chgData name="Hogan, Emma" userId="S::emma.hogan@metoffice.gov.uk::bbc2d92f-30d5-4629-8143-c389355c56b3" providerId="AD" clId="Web-{214A7CDE-0CF3-29F3-C1F8-AFEEEF0AD3DE}" dt="2022-05-05T17:35:46.136" v="8"/>
      <pc:docMkLst>
        <pc:docMk/>
      </pc:docMkLst>
      <pc:sldChg chg="modSp">
        <pc:chgData name="Hogan, Emma" userId="S::emma.hogan@metoffice.gov.uk::bbc2d92f-30d5-4629-8143-c389355c56b3" providerId="AD" clId="Web-{214A7CDE-0CF3-29F3-C1F8-AFEEEF0AD3DE}" dt="2022-05-05T17:35:45.011" v="6" actId="20577"/>
        <pc:sldMkLst>
          <pc:docMk/>
          <pc:sldMk cId="771448620" sldId="289"/>
        </pc:sldMkLst>
      </pc:sldChg>
      <pc:sldChg chg="del">
        <pc:chgData name="Hogan, Emma" userId="S::emma.hogan@metoffice.gov.uk::bbc2d92f-30d5-4629-8143-c389355c56b3" providerId="AD" clId="Web-{214A7CDE-0CF3-29F3-C1F8-AFEEEF0AD3DE}" dt="2022-05-05T17:35:45.557" v="7"/>
        <pc:sldMkLst>
          <pc:docMk/>
          <pc:sldMk cId="950379156" sldId="293"/>
        </pc:sldMkLst>
      </pc:sldChg>
      <pc:sldChg chg="del">
        <pc:chgData name="Hogan, Emma" userId="S::emma.hogan@metoffice.gov.uk::bbc2d92f-30d5-4629-8143-c389355c56b3" providerId="AD" clId="Web-{214A7CDE-0CF3-29F3-C1F8-AFEEEF0AD3DE}" dt="2022-05-05T17:35:46.136" v="8"/>
        <pc:sldMkLst>
          <pc:docMk/>
          <pc:sldMk cId="3278380375" sldId="294"/>
        </pc:sldMkLst>
      </pc:sldChg>
    </pc:docChg>
  </pc:docChgLst>
  <pc:docChgLst>
    <pc:chgData name="Hogan, Emma" userId="S::emma.hogan@metoffice.gov.uk::bbc2d92f-30d5-4629-8143-c389355c56b3" providerId="AD" clId="Web-{EE08176D-11D8-39F6-12F1-1CE7F9F71FC4}"/>
    <pc:docChg chg="modSld">
      <pc:chgData name="Hogan, Emma" userId="S::emma.hogan@metoffice.gov.uk::bbc2d92f-30d5-4629-8143-c389355c56b3" providerId="AD" clId="Web-{EE08176D-11D8-39F6-12F1-1CE7F9F71FC4}" dt="2023-02-01T06:56:46.738" v="19" actId="20577"/>
      <pc:docMkLst>
        <pc:docMk/>
      </pc:docMkLst>
    </pc:docChg>
  </pc:docChgLst>
  <pc:docChgLst>
    <pc:chgData name="Hogan, Emma" userId="S::emma.hogan@metoffice.gov.uk::bbc2d92f-30d5-4629-8143-c389355c56b3" providerId="AD" clId="Web-{1B577783-479C-C91D-1D7C-881998103A58}"/>
    <pc:docChg chg="modSld">
      <pc:chgData name="Hogan, Emma" userId="S::emma.hogan@metoffice.gov.uk::bbc2d92f-30d5-4629-8143-c389355c56b3" providerId="AD" clId="Web-{1B577783-479C-C91D-1D7C-881998103A58}" dt="2022-05-18T16:18:04.971" v="193" actId="20577"/>
      <pc:docMkLst>
        <pc:docMk/>
      </pc:docMkLst>
      <pc:sldChg chg="modSp">
        <pc:chgData name="Hogan, Emma" userId="S::emma.hogan@metoffice.gov.uk::bbc2d92f-30d5-4629-8143-c389355c56b3" providerId="AD" clId="Web-{1B577783-479C-C91D-1D7C-881998103A58}" dt="2022-05-18T13:34:09.891" v="26" actId="20577"/>
        <pc:sldMkLst>
          <pc:docMk/>
          <pc:sldMk cId="650577767" sldId="310"/>
        </pc:sldMkLst>
      </pc:sldChg>
      <pc:sldChg chg="delSp modSp">
        <pc:chgData name="Hogan, Emma" userId="S::emma.hogan@metoffice.gov.uk::bbc2d92f-30d5-4629-8143-c389355c56b3" providerId="AD" clId="Web-{1B577783-479C-C91D-1D7C-881998103A58}" dt="2022-05-18T13:34:00.736" v="12" actId="20577"/>
        <pc:sldMkLst>
          <pc:docMk/>
          <pc:sldMk cId="413927354" sldId="311"/>
        </pc:sldMkLst>
      </pc:sldChg>
      <pc:sldChg chg="modSp">
        <pc:chgData name="Hogan, Emma" userId="S::emma.hogan@metoffice.gov.uk::bbc2d92f-30d5-4629-8143-c389355c56b3" providerId="AD" clId="Web-{1B577783-479C-C91D-1D7C-881998103A58}" dt="2022-05-18T16:17:26.908" v="166" actId="20577"/>
        <pc:sldMkLst>
          <pc:docMk/>
          <pc:sldMk cId="2841850848" sldId="312"/>
        </pc:sldMkLst>
      </pc:sldChg>
      <pc:sldChg chg="modSp">
        <pc:chgData name="Hogan, Emma" userId="S::emma.hogan@metoffice.gov.uk::bbc2d92f-30d5-4629-8143-c389355c56b3" providerId="AD" clId="Web-{1B577783-479C-C91D-1D7C-881998103A58}" dt="2022-05-18T16:17:45.377" v="188" actId="20577"/>
        <pc:sldMkLst>
          <pc:docMk/>
          <pc:sldMk cId="4063293407" sldId="313"/>
        </pc:sldMkLst>
      </pc:sldChg>
      <pc:sldChg chg="modSp">
        <pc:chgData name="Hogan, Emma" userId="S::emma.hogan@metoffice.gov.uk::bbc2d92f-30d5-4629-8143-c389355c56b3" providerId="AD" clId="Web-{1B577783-479C-C91D-1D7C-881998103A58}" dt="2022-05-18T16:18:04.971" v="193" actId="20577"/>
        <pc:sldMkLst>
          <pc:docMk/>
          <pc:sldMk cId="2594456067" sldId="314"/>
        </pc:sldMkLst>
      </pc:sldChg>
      <pc:sldChg chg="modSp">
        <pc:chgData name="Hogan, Emma" userId="S::emma.hogan@metoffice.gov.uk::bbc2d92f-30d5-4629-8143-c389355c56b3" providerId="AD" clId="Web-{1B577783-479C-C91D-1D7C-881998103A58}" dt="2022-05-18T13:46:20.691" v="53" actId="20577"/>
        <pc:sldMkLst>
          <pc:docMk/>
          <pc:sldMk cId="2632552676" sldId="315"/>
        </pc:sldMkLst>
      </pc:sldChg>
    </pc:docChg>
  </pc:docChgLst>
  <pc:docChgLst>
    <pc:chgData name="Hogan, Emma" userId="bbc2d92f-30d5-4629-8143-c389355c56b3" providerId="ADAL" clId="{6144DD56-D527-4F9F-8475-5A07ABAB6800}"/>
    <pc:docChg chg="modSld modMainMaster">
      <pc:chgData name="Hogan, Emma" userId="bbc2d92f-30d5-4629-8143-c389355c56b3" providerId="ADAL" clId="{6144DD56-D527-4F9F-8475-5A07ABAB6800}" dt="2023-01-24T12:27:00.586" v="10" actId="20577"/>
      <pc:docMkLst>
        <pc:docMk/>
      </pc:docMkLst>
      <pc:sldChg chg="modAnim">
        <pc:chgData name="Hogan, Emma" userId="bbc2d92f-30d5-4629-8143-c389355c56b3" providerId="ADAL" clId="{6144DD56-D527-4F9F-8475-5A07ABAB6800}" dt="2023-01-24T11:57:04.663" v="3"/>
        <pc:sldMkLst>
          <pc:docMk/>
          <pc:sldMk cId="2395409213" sldId="317"/>
        </pc:sldMkLst>
      </pc:sldChg>
      <pc:sldMasterChg chg="modSldLayout">
        <pc:chgData name="Hogan, Emma" userId="bbc2d92f-30d5-4629-8143-c389355c56b3" providerId="ADAL" clId="{6144DD56-D527-4F9F-8475-5A07ABAB6800}" dt="2023-01-24T12:27:00.586" v="10" actId="20577"/>
        <pc:sldMasterMkLst>
          <pc:docMk/>
          <pc:sldMasterMk cId="3098655942" sldId="2147483658"/>
        </pc:sldMasterMkLst>
        <pc:sldLayoutChg chg="modSp mod">
          <pc:chgData name="Hogan, Emma" userId="bbc2d92f-30d5-4629-8143-c389355c56b3" providerId="ADAL" clId="{6144DD56-D527-4F9F-8475-5A07ABAB6800}" dt="2023-01-24T12:26:53.213" v="8" actId="20577"/>
          <pc:sldLayoutMkLst>
            <pc:docMk/>
            <pc:sldMasterMk cId="3098655942" sldId="2147483658"/>
            <pc:sldLayoutMk cId="1936347277" sldId="2147483679"/>
          </pc:sldLayoutMkLst>
        </pc:sldLayoutChg>
        <pc:sldLayoutChg chg="modSp mod">
          <pc:chgData name="Hogan, Emma" userId="bbc2d92f-30d5-4629-8143-c389355c56b3" providerId="ADAL" clId="{6144DD56-D527-4F9F-8475-5A07ABAB6800}" dt="2023-01-24T12:27:00.586" v="10" actId="20577"/>
          <pc:sldLayoutMkLst>
            <pc:docMk/>
            <pc:sldMasterMk cId="3098655942" sldId="2147483658"/>
            <pc:sldLayoutMk cId="3609362188" sldId="2147483681"/>
          </pc:sldLayoutMkLst>
        </pc:sldLayoutChg>
      </pc:sldMasterChg>
    </pc:docChg>
  </pc:docChgLst>
  <pc:docChgLst>
    <pc:chgData name="Emma Hogan" userId="bbc2d92f-30d5-4629-8143-c389355c56b3" providerId="ADAL" clId="{3C347087-2CBF-4793-BEBB-C96BBC8A4581}"/>
    <pc:docChg chg="undo custSel modSld">
      <pc:chgData name="Emma Hogan" userId="bbc2d92f-30d5-4629-8143-c389355c56b3" providerId="ADAL" clId="{3C347087-2CBF-4793-BEBB-C96BBC8A4581}" dt="2025-04-28T11:13:27.831" v="2711"/>
      <pc:docMkLst>
        <pc:docMk/>
      </pc:docMkLst>
      <pc:sldChg chg="addSp delSp modSp mod delAnim modAnim">
        <pc:chgData name="Emma Hogan" userId="bbc2d92f-30d5-4629-8143-c389355c56b3" providerId="ADAL" clId="{3C347087-2CBF-4793-BEBB-C96BBC8A4581}" dt="2025-04-28T11:13:27.831" v="2711"/>
        <pc:sldMkLst>
          <pc:docMk/>
          <pc:sldMk cId="3653918952" sldId="320"/>
        </pc:sldMkLst>
      </pc:sldChg>
    </pc:docChg>
  </pc:docChgLst>
  <pc:docChgLst>
    <pc:chgData name="Emma Hogan" userId="S::emma.hogan@metoffice.gov.uk::bbc2d92f-30d5-4629-8143-c389355c56b3" providerId="AD" clId="Web-{C1547C5E-43A3-9BAC-71C9-9AA686AE30B2}"/>
    <pc:docChg chg="modSld">
      <pc:chgData name="Emma Hogan" userId="S::emma.hogan@metoffice.gov.uk::bbc2d92f-30d5-4629-8143-c389355c56b3" providerId="AD" clId="Web-{C1547C5E-43A3-9BAC-71C9-9AA686AE30B2}" dt="2025-01-25T13:29:12.095" v="18" actId="20577"/>
      <pc:docMkLst>
        <pc:docMk/>
      </pc:docMkLst>
    </pc:docChg>
  </pc:docChgLst>
  <pc:docChgLst>
    <pc:chgData name="Hogan, Emma" userId="S::emma.hogan@metoffice.gov.uk::bbc2d92f-30d5-4629-8143-c389355c56b3" providerId="AD" clId="Web-{A5E6587B-D7CB-0FC6-7FAC-327C4A77236E}"/>
    <pc:docChg chg="addSld delSld modSld">
      <pc:chgData name="Hogan, Emma" userId="S::emma.hogan@metoffice.gov.uk::bbc2d92f-30d5-4629-8143-c389355c56b3" providerId="AD" clId="Web-{A5E6587B-D7CB-0FC6-7FAC-327C4A77236E}" dt="2022-05-13T16:53:09.929" v="1486" actId="1076"/>
      <pc:docMkLst>
        <pc:docMk/>
      </pc:docMkLst>
      <pc:sldChg chg="del">
        <pc:chgData name="Hogan, Emma" userId="S::emma.hogan@metoffice.gov.uk::bbc2d92f-30d5-4629-8143-c389355c56b3" providerId="AD" clId="Web-{A5E6587B-D7CB-0FC6-7FAC-327C4A77236E}" dt="2022-05-13T15:24:14.958" v="31"/>
        <pc:sldMkLst>
          <pc:docMk/>
          <pc:sldMk cId="2350919745" sldId="285"/>
        </pc:sldMkLst>
      </pc:sldChg>
      <pc:sldChg chg="addSp delSp modSp">
        <pc:chgData name="Hogan, Emma" userId="S::emma.hogan@metoffice.gov.uk::bbc2d92f-30d5-4629-8143-c389355c56b3" providerId="AD" clId="Web-{A5E6587B-D7CB-0FC6-7FAC-327C4A77236E}" dt="2022-05-13T16:53:01.445" v="1483"/>
        <pc:sldMkLst>
          <pc:docMk/>
          <pc:sldMk cId="3457246749" sldId="292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0:45.819" v="1314" actId="20577"/>
        <pc:sldMkLst>
          <pc:docMk/>
          <pc:sldMk cId="824139782" sldId="293"/>
        </pc:sldMkLst>
      </pc:sldChg>
      <pc:sldChg chg="del">
        <pc:chgData name="Hogan, Emma" userId="S::emma.hogan@metoffice.gov.uk::bbc2d92f-30d5-4629-8143-c389355c56b3" providerId="AD" clId="Web-{A5E6587B-D7CB-0FC6-7FAC-327C4A77236E}" dt="2022-05-13T15:24:17.568" v="33"/>
        <pc:sldMkLst>
          <pc:docMk/>
          <pc:sldMk cId="709955286" sldId="294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0:49.538" v="1316" actId="20577"/>
        <pc:sldMkLst>
          <pc:docMk/>
          <pc:sldMk cId="3842821397" sldId="294"/>
        </pc:sldMkLst>
      </pc:sldChg>
      <pc:sldChg chg="del">
        <pc:chgData name="Hogan, Emma" userId="S::emma.hogan@metoffice.gov.uk::bbc2d92f-30d5-4629-8143-c389355c56b3" providerId="AD" clId="Web-{A5E6587B-D7CB-0FC6-7FAC-327C4A77236E}" dt="2022-05-13T15:24:17.005" v="32"/>
        <pc:sldMkLst>
          <pc:docMk/>
          <pc:sldMk cId="385702820" sldId="295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9:14.785" v="1462" actId="20577"/>
        <pc:sldMkLst>
          <pc:docMk/>
          <pc:sldMk cId="2875519672" sldId="295"/>
        </pc:sldMkLst>
      </pc:sldChg>
      <pc:sldChg chg="del">
        <pc:chgData name="Hogan, Emma" userId="S::emma.hogan@metoffice.gov.uk::bbc2d92f-30d5-4629-8143-c389355c56b3" providerId="AD" clId="Web-{A5E6587B-D7CB-0FC6-7FAC-327C4A77236E}" dt="2022-05-13T15:24:20.005" v="34"/>
        <pc:sldMkLst>
          <pc:docMk/>
          <pc:sldMk cId="2241461419" sldId="296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0:57.882" v="1320" actId="20577"/>
        <pc:sldMkLst>
          <pc:docMk/>
          <pc:sldMk cId="2752745121" sldId="296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1:10.304" v="1325" actId="20577"/>
        <pc:sldMkLst>
          <pc:docMk/>
          <pc:sldMk cId="578034215" sldId="297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1:15.929" v="1332" actId="20577"/>
        <pc:sldMkLst>
          <pc:docMk/>
          <pc:sldMk cId="3985229808" sldId="298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1:22.195" v="1337" actId="20577"/>
        <pc:sldMkLst>
          <pc:docMk/>
          <pc:sldMk cId="1476606168" sldId="299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1:54.118" v="1349" actId="20577"/>
        <pc:sldMkLst>
          <pc:docMk/>
          <pc:sldMk cId="3397370716" sldId="300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3:51.886" v="1375" actId="20577"/>
        <pc:sldMkLst>
          <pc:docMk/>
          <pc:sldMk cId="3152014840" sldId="301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6:56.875" v="1446" actId="20577"/>
        <pc:sldMkLst>
          <pc:docMk/>
          <pc:sldMk cId="2674659165" sldId="302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2:09.696" v="1356" actId="20577"/>
        <pc:sldMkLst>
          <pc:docMk/>
          <pc:sldMk cId="969235217" sldId="303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2:35.369" v="1362" actId="20577"/>
        <pc:sldMkLst>
          <pc:docMk/>
          <pc:sldMk cId="2756269663" sldId="304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8:06.205" v="1453" actId="20577"/>
        <pc:sldMkLst>
          <pc:docMk/>
          <pc:sldMk cId="800524662" sldId="305"/>
        </pc:sldMkLst>
      </pc:sldChg>
      <pc:sldChg chg="modSp add replId">
        <pc:chgData name="Hogan, Emma" userId="S::emma.hogan@metoffice.gov.uk::bbc2d92f-30d5-4629-8143-c389355c56b3" providerId="AD" clId="Web-{A5E6587B-D7CB-0FC6-7FAC-327C4A77236E}" dt="2022-05-13T16:31:31.430" v="1344" actId="20577"/>
        <pc:sldMkLst>
          <pc:docMk/>
          <pc:sldMk cId="2129654122" sldId="306"/>
        </pc:sldMkLst>
      </pc:sldChg>
      <pc:sldChg chg="addSp delSp modSp new">
        <pc:chgData name="Hogan, Emma" userId="S::emma.hogan@metoffice.gov.uk::bbc2d92f-30d5-4629-8143-c389355c56b3" providerId="AD" clId="Web-{A5E6587B-D7CB-0FC6-7FAC-327C4A77236E}" dt="2022-05-13T16:53:09.929" v="1486" actId="1076"/>
        <pc:sldMkLst>
          <pc:docMk/>
          <pc:sldMk cId="2726048612" sldId="307"/>
        </pc:sldMkLst>
      </pc:sldChg>
    </pc:docChg>
  </pc:docChgLst>
  <pc:docChgLst>
    <pc:chgData name="Emma Hogan" userId="S::emma.hogan@metoffice.gov.uk::bbc2d92f-30d5-4629-8143-c389355c56b3" providerId="AD" clId="Web-{038C7AC7-3F49-FBC8-EA5F-8C75EAEB3D99}"/>
    <pc:docChg chg="modSld">
      <pc:chgData name="Emma Hogan" userId="S::emma.hogan@metoffice.gov.uk::bbc2d92f-30d5-4629-8143-c389355c56b3" providerId="AD" clId="Web-{038C7AC7-3F49-FBC8-EA5F-8C75EAEB3D99}" dt="2024-11-05T17:28:53.881" v="5" actId="14100"/>
      <pc:docMkLst>
        <pc:docMk/>
      </pc:docMkLst>
    </pc:docChg>
  </pc:docChgLst>
  <pc:docChgLst>
    <pc:chgData name="Emma Hogan" userId="bbc2d92f-30d5-4629-8143-c389355c56b3" providerId="ADAL" clId="{EDD3A9C1-9E2C-4C74-855D-00938EFACF99}"/>
    <pc:docChg chg="modSld">
      <pc:chgData name="Emma Hogan" userId="bbc2d92f-30d5-4629-8143-c389355c56b3" providerId="ADAL" clId="{EDD3A9C1-9E2C-4C74-855D-00938EFACF99}" dt="2023-10-31T06:30:57.583" v="8" actId="1076"/>
      <pc:docMkLst>
        <pc:docMk/>
      </pc:docMkLst>
      <pc:sldChg chg="modAnim">
        <pc:chgData name="Emma Hogan" userId="bbc2d92f-30d5-4629-8143-c389355c56b3" providerId="ADAL" clId="{EDD3A9C1-9E2C-4C74-855D-00938EFACF99}" dt="2023-10-31T06:28:38.844" v="4"/>
        <pc:sldMkLst>
          <pc:docMk/>
          <pc:sldMk cId="3653918952" sldId="320"/>
        </pc:sldMkLst>
      </pc:sldChg>
    </pc:docChg>
  </pc:docChgLst>
  <pc:docChgLst>
    <pc:chgData name="Hogan, Emma" userId="S::emma.hogan@metoffice.gov.uk::bbc2d92f-30d5-4629-8143-c389355c56b3" providerId="AD" clId="Web-{45A89A27-8EA4-CBEF-1779-3A5A5C1496E7}"/>
    <pc:docChg chg="addSld delSld modSld sldOrd">
      <pc:chgData name="Hogan, Emma" userId="S::emma.hogan@metoffice.gov.uk::bbc2d92f-30d5-4629-8143-c389355c56b3" providerId="AD" clId="Web-{45A89A27-8EA4-CBEF-1779-3A5A5C1496E7}" dt="2022-04-07T12:33:24.026" v="334" actId="20577"/>
      <pc:docMkLst>
        <pc:docMk/>
      </pc:docMkLst>
      <pc:sldChg chg="modSp">
        <pc:chgData name="Hogan, Emma" userId="S::emma.hogan@metoffice.gov.uk::bbc2d92f-30d5-4629-8143-c389355c56b3" providerId="AD" clId="Web-{45A89A27-8EA4-CBEF-1779-3A5A5C1496E7}" dt="2022-04-07T10:59:15.857" v="48" actId="20577"/>
        <pc:sldMkLst>
          <pc:docMk/>
          <pc:sldMk cId="3592233888" sldId="288"/>
        </pc:sldMkLst>
      </pc:sldChg>
      <pc:sldChg chg="modSp">
        <pc:chgData name="Hogan, Emma" userId="S::emma.hogan@metoffice.gov.uk::bbc2d92f-30d5-4629-8143-c389355c56b3" providerId="AD" clId="Web-{45A89A27-8EA4-CBEF-1779-3A5A5C1496E7}" dt="2022-04-07T11:20:04.273" v="333" actId="20577"/>
        <pc:sldMkLst>
          <pc:docMk/>
          <pc:sldMk cId="1335704406" sldId="290"/>
        </pc:sldMkLst>
      </pc:sldChg>
      <pc:sldChg chg="addSp delSp modSp">
        <pc:chgData name="Hogan, Emma" userId="S::emma.hogan@metoffice.gov.uk::bbc2d92f-30d5-4629-8143-c389355c56b3" providerId="AD" clId="Web-{45A89A27-8EA4-CBEF-1779-3A5A5C1496E7}" dt="2022-04-07T11:18:01.063" v="282" actId="14100"/>
        <pc:sldMkLst>
          <pc:docMk/>
          <pc:sldMk cId="2974826701" sldId="294"/>
        </pc:sldMkLst>
      </pc:sldChg>
      <pc:sldChg chg="del">
        <pc:chgData name="Hogan, Emma" userId="S::emma.hogan@metoffice.gov.uk::bbc2d92f-30d5-4629-8143-c389355c56b3" providerId="AD" clId="Web-{45A89A27-8EA4-CBEF-1779-3A5A5C1496E7}" dt="2022-04-07T11:18:41.893" v="285"/>
        <pc:sldMkLst>
          <pc:docMk/>
          <pc:sldMk cId="1187708893" sldId="298"/>
        </pc:sldMkLst>
      </pc:sldChg>
      <pc:sldChg chg="modSp add replId">
        <pc:chgData name="Hogan, Emma" userId="S::emma.hogan@metoffice.gov.uk::bbc2d92f-30d5-4629-8143-c389355c56b3" providerId="AD" clId="Web-{45A89A27-8EA4-CBEF-1779-3A5A5C1496E7}" dt="2022-04-07T11:05:12.206" v="111" actId="20577"/>
        <pc:sldMkLst>
          <pc:docMk/>
          <pc:sldMk cId="374476151" sldId="299"/>
        </pc:sldMkLst>
      </pc:sldChg>
      <pc:sldChg chg="addSp delSp modSp add replId">
        <pc:chgData name="Hogan, Emma" userId="S::emma.hogan@metoffice.gov.uk::bbc2d92f-30d5-4629-8143-c389355c56b3" providerId="AD" clId="Web-{45A89A27-8EA4-CBEF-1779-3A5A5C1496E7}" dt="2022-04-07T11:15:09.209" v="140" actId="1076"/>
        <pc:sldMkLst>
          <pc:docMk/>
          <pc:sldMk cId="4001182293" sldId="300"/>
        </pc:sldMkLst>
      </pc:sldChg>
      <pc:sldChg chg="modSp add ord replId">
        <pc:chgData name="Hogan, Emma" userId="S::emma.hogan@metoffice.gov.uk::bbc2d92f-30d5-4629-8143-c389355c56b3" providerId="AD" clId="Web-{45A89A27-8EA4-CBEF-1779-3A5A5C1496E7}" dt="2022-04-07T12:33:24.026" v="334" actId="20577"/>
        <pc:sldMkLst>
          <pc:docMk/>
          <pc:sldMk cId="3344300701" sldId="301"/>
        </pc:sldMkLst>
      </pc:sldChg>
    </pc:docChg>
  </pc:docChgLst>
  <pc:docChgLst>
    <pc:chgData name="Hogan, Emma" userId="S::emma.hogan@metoffice.gov.uk::bbc2d92f-30d5-4629-8143-c389355c56b3" providerId="AD" clId="Web-{958AEAE7-EE40-79AF-FF3B-8403F4550ECD}"/>
    <pc:docChg chg="addSld delSld modSld sldOrd">
      <pc:chgData name="Hogan, Emma" userId="S::emma.hogan@metoffice.gov.uk::bbc2d92f-30d5-4629-8143-c389355c56b3" providerId="AD" clId="Web-{958AEAE7-EE40-79AF-FF3B-8403F4550ECD}" dt="2022-04-08T15:35:44.154" v="172" actId="20577"/>
      <pc:docMkLst>
        <pc:docMk/>
      </pc:docMkLst>
      <pc:sldChg chg="modSp">
        <pc:chgData name="Hogan, Emma" userId="S::emma.hogan@metoffice.gov.uk::bbc2d92f-30d5-4629-8143-c389355c56b3" providerId="AD" clId="Web-{958AEAE7-EE40-79AF-FF3B-8403F4550ECD}" dt="2022-04-08T15:35:44.154" v="172" actId="20577"/>
        <pc:sldMkLst>
          <pc:docMk/>
          <pc:sldMk cId="3422492616" sldId="289"/>
        </pc:sldMkLst>
      </pc:sldChg>
      <pc:sldChg chg="modSp">
        <pc:chgData name="Hogan, Emma" userId="S::emma.hogan@metoffice.gov.uk::bbc2d92f-30d5-4629-8143-c389355c56b3" providerId="AD" clId="Web-{958AEAE7-EE40-79AF-FF3B-8403F4550ECD}" dt="2022-04-08T10:55:24.036" v="36" actId="20577"/>
        <pc:sldMkLst>
          <pc:docMk/>
          <pc:sldMk cId="1335704406" sldId="290"/>
        </pc:sldMkLst>
      </pc:sldChg>
      <pc:sldChg chg="modSp">
        <pc:chgData name="Hogan, Emma" userId="S::emma.hogan@metoffice.gov.uk::bbc2d92f-30d5-4629-8143-c389355c56b3" providerId="AD" clId="Web-{958AEAE7-EE40-79AF-FF3B-8403F4550ECD}" dt="2022-04-08T10:56:27.709" v="38" actId="20577"/>
        <pc:sldMkLst>
          <pc:docMk/>
          <pc:sldMk cId="991805489" sldId="293"/>
        </pc:sldMkLst>
      </pc:sldChg>
      <pc:sldChg chg="modSp">
        <pc:chgData name="Hogan, Emma" userId="S::emma.hogan@metoffice.gov.uk::bbc2d92f-30d5-4629-8143-c389355c56b3" providerId="AD" clId="Web-{958AEAE7-EE40-79AF-FF3B-8403F4550ECD}" dt="2022-04-08T10:53:36.970" v="21" actId="20577"/>
        <pc:sldMkLst>
          <pc:docMk/>
          <pc:sldMk cId="2974826701" sldId="294"/>
        </pc:sldMkLst>
      </pc:sldChg>
      <pc:sldChg chg="modSp">
        <pc:chgData name="Hogan, Emma" userId="S::emma.hogan@metoffice.gov.uk::bbc2d92f-30d5-4629-8143-c389355c56b3" providerId="AD" clId="Web-{958AEAE7-EE40-79AF-FF3B-8403F4550ECD}" dt="2022-04-08T10:56:48.710" v="40" actId="20577"/>
        <pc:sldMkLst>
          <pc:docMk/>
          <pc:sldMk cId="1467949777" sldId="297"/>
        </pc:sldMkLst>
      </pc:sldChg>
      <pc:sldChg chg="ord">
        <pc:chgData name="Hogan, Emma" userId="S::emma.hogan@metoffice.gov.uk::bbc2d92f-30d5-4629-8143-c389355c56b3" providerId="AD" clId="Web-{958AEAE7-EE40-79AF-FF3B-8403F4550ECD}" dt="2022-04-08T10:49:07.916" v="1"/>
        <pc:sldMkLst>
          <pc:docMk/>
          <pc:sldMk cId="4001182293" sldId="300"/>
        </pc:sldMkLst>
      </pc:sldChg>
      <pc:sldChg chg="modSp">
        <pc:chgData name="Hogan, Emma" userId="S::emma.hogan@metoffice.gov.uk::bbc2d92f-30d5-4629-8143-c389355c56b3" providerId="AD" clId="Web-{958AEAE7-EE40-79AF-FF3B-8403F4550ECD}" dt="2022-04-08T10:55:09.738" v="34" actId="20577"/>
        <pc:sldMkLst>
          <pc:docMk/>
          <pc:sldMk cId="3344300701" sldId="301"/>
        </pc:sldMkLst>
      </pc:sldChg>
      <pc:sldChg chg="modSp add del replId">
        <pc:chgData name="Hogan, Emma" userId="S::emma.hogan@metoffice.gov.uk::bbc2d92f-30d5-4629-8143-c389355c56b3" providerId="AD" clId="Web-{958AEAE7-EE40-79AF-FF3B-8403F4550ECD}" dt="2022-04-08T10:54:03.752" v="28"/>
        <pc:sldMkLst>
          <pc:docMk/>
          <pc:sldMk cId="2674481789" sldId="302"/>
        </pc:sldMkLst>
      </pc:sldChg>
      <pc:sldChg chg="modSp add ord replId">
        <pc:chgData name="Hogan, Emma" userId="S::emma.hogan@metoffice.gov.uk::bbc2d92f-30d5-4629-8143-c389355c56b3" providerId="AD" clId="Web-{958AEAE7-EE40-79AF-FF3B-8403F4550ECD}" dt="2022-04-08T10:53:58.924" v="27" actId="20577"/>
        <pc:sldMkLst>
          <pc:docMk/>
          <pc:sldMk cId="3392424044" sldId="303"/>
        </pc:sldMkLst>
      </pc:sldChg>
    </pc:docChg>
  </pc:docChgLst>
  <pc:docChgLst>
    <pc:chgData name="Hogan, Emma" userId="bbc2d92f-30d5-4629-8143-c389355c56b3" providerId="ADAL" clId="{F6E5E4DD-9ABF-401F-BF40-CCF1BCD42F23}"/>
    <pc:docChg chg="undo custSel addSld delSld modSld sldOrd">
      <pc:chgData name="Hogan, Emma" userId="bbc2d92f-30d5-4629-8143-c389355c56b3" providerId="ADAL" clId="{F6E5E4DD-9ABF-401F-BF40-CCF1BCD42F23}" dt="2022-04-06T08:40:41.355" v="1652" actId="20577"/>
      <pc:docMkLst>
        <pc:docMk/>
      </pc:docMkLst>
      <pc:sldChg chg="modSp mod">
        <pc:chgData name="Hogan, Emma" userId="bbc2d92f-30d5-4629-8143-c389355c56b3" providerId="ADAL" clId="{F6E5E4DD-9ABF-401F-BF40-CCF1BCD42F23}" dt="2022-04-06T08:40:17.665" v="1584" actId="20577"/>
        <pc:sldMkLst>
          <pc:docMk/>
          <pc:sldMk cId="2350919745" sldId="285"/>
        </pc:sldMkLst>
      </pc:sldChg>
      <pc:sldChg chg="modSp add mod ord">
        <pc:chgData name="Hogan, Emma" userId="bbc2d92f-30d5-4629-8143-c389355c56b3" providerId="ADAL" clId="{F6E5E4DD-9ABF-401F-BF40-CCF1BCD42F23}" dt="2022-04-06T08:23:59.408" v="1372"/>
        <pc:sldMkLst>
          <pc:docMk/>
          <pc:sldMk cId="3592233888" sldId="288"/>
        </pc:sldMkLst>
      </pc:sldChg>
      <pc:sldChg chg="modSp add mod">
        <pc:chgData name="Hogan, Emma" userId="bbc2d92f-30d5-4629-8143-c389355c56b3" providerId="ADAL" clId="{F6E5E4DD-9ABF-401F-BF40-CCF1BCD42F23}" dt="2022-04-06T08:07:44.454" v="1071" actId="20577"/>
        <pc:sldMkLst>
          <pc:docMk/>
          <pc:sldMk cId="3422492616" sldId="289"/>
        </pc:sldMkLst>
      </pc:sldChg>
      <pc:sldChg chg="modSp add mod ord">
        <pc:chgData name="Hogan, Emma" userId="bbc2d92f-30d5-4629-8143-c389355c56b3" providerId="ADAL" clId="{F6E5E4DD-9ABF-401F-BF40-CCF1BCD42F23}" dt="2022-04-06T08:38:24.075" v="1565" actId="15"/>
        <pc:sldMkLst>
          <pc:docMk/>
          <pc:sldMk cId="1335704406" sldId="290"/>
        </pc:sldMkLst>
      </pc:sldChg>
      <pc:sldChg chg="modSp add mod">
        <pc:chgData name="Hogan, Emma" userId="bbc2d92f-30d5-4629-8143-c389355c56b3" providerId="ADAL" clId="{F6E5E4DD-9ABF-401F-BF40-CCF1BCD42F23}" dt="2022-04-06T08:21:03.352" v="1204" actId="20577"/>
        <pc:sldMkLst>
          <pc:docMk/>
          <pc:sldMk cId="3966615095" sldId="291"/>
        </pc:sldMkLst>
      </pc:sldChg>
      <pc:sldChg chg="modSp add mod ord">
        <pc:chgData name="Hogan, Emma" userId="bbc2d92f-30d5-4629-8143-c389355c56b3" providerId="ADAL" clId="{F6E5E4DD-9ABF-401F-BF40-CCF1BCD42F23}" dt="2022-04-06T08:21:20.411" v="1235" actId="20577"/>
        <pc:sldMkLst>
          <pc:docMk/>
          <pc:sldMk cId="326349841" sldId="292"/>
        </pc:sldMkLst>
      </pc:sldChg>
      <pc:sldChg chg="modSp add mod ord">
        <pc:chgData name="Hogan, Emma" userId="bbc2d92f-30d5-4629-8143-c389355c56b3" providerId="ADAL" clId="{F6E5E4DD-9ABF-401F-BF40-CCF1BCD42F23}" dt="2022-04-06T08:20:59.830" v="1199" actId="20577"/>
        <pc:sldMkLst>
          <pc:docMk/>
          <pc:sldMk cId="991805489" sldId="293"/>
        </pc:sldMkLst>
      </pc:sldChg>
      <pc:sldChg chg="add">
        <pc:chgData name="Hogan, Emma" userId="bbc2d92f-30d5-4629-8143-c389355c56b3" providerId="ADAL" clId="{F6E5E4DD-9ABF-401F-BF40-CCF1BCD42F23}" dt="2022-04-06T08:22:50.557" v="1238"/>
        <pc:sldMkLst>
          <pc:docMk/>
          <pc:sldMk cId="2974826701" sldId="294"/>
        </pc:sldMkLst>
      </pc:sldChg>
      <pc:sldChg chg="modSp add mod">
        <pc:chgData name="Hogan, Emma" userId="bbc2d92f-30d5-4629-8143-c389355c56b3" providerId="ADAL" clId="{F6E5E4DD-9ABF-401F-BF40-CCF1BCD42F23}" dt="2022-04-06T08:40:41.355" v="1652" actId="20577"/>
        <pc:sldMkLst>
          <pc:docMk/>
          <pc:sldMk cId="2150757564" sldId="295"/>
        </pc:sldMkLst>
      </pc:sldChg>
      <pc:sldChg chg="add del">
        <pc:chgData name="Hogan, Emma" userId="bbc2d92f-30d5-4629-8143-c389355c56b3" providerId="ADAL" clId="{F6E5E4DD-9ABF-401F-BF40-CCF1BCD42F23}" dt="2022-04-06T08:29:59.892" v="1505"/>
        <pc:sldMkLst>
          <pc:docMk/>
          <pc:sldMk cId="1143043246" sldId="296"/>
        </pc:sldMkLst>
      </pc:sldChg>
    </pc:docChg>
  </pc:docChgLst>
  <pc:docChgLst>
    <pc:chgData name="Hogan, Emma" userId="S::emma.hogan@metoffice.gov.uk::bbc2d92f-30d5-4629-8143-c389355c56b3" providerId="AD" clId="Web-{7F7F9EAB-A583-D2C0-6A9F-C2D31B672BFB}"/>
    <pc:docChg chg="modSld">
      <pc:chgData name="Hogan, Emma" userId="S::emma.hogan@metoffice.gov.uk::bbc2d92f-30d5-4629-8143-c389355c56b3" providerId="AD" clId="Web-{7F7F9EAB-A583-D2C0-6A9F-C2D31B672BFB}" dt="2023-01-24T12:24:44.113" v="147"/>
      <pc:docMkLst>
        <pc:docMk/>
      </pc:docMkLst>
      <pc:sldChg chg="modSp">
        <pc:chgData name="Hogan, Emma" userId="S::emma.hogan@metoffice.gov.uk::bbc2d92f-30d5-4629-8143-c389355c56b3" providerId="AD" clId="Web-{7F7F9EAB-A583-D2C0-6A9F-C2D31B672BFB}" dt="2023-01-24T12:09:24.830" v="124" actId="20577"/>
        <pc:sldMkLst>
          <pc:docMk/>
          <pc:sldMk cId="2594456067" sldId="314"/>
        </pc:sldMkLst>
      </pc:sldChg>
      <pc:sldChg chg="modSp">
        <pc:chgData name="Hogan, Emma" userId="S::emma.hogan@metoffice.gov.uk::bbc2d92f-30d5-4629-8143-c389355c56b3" providerId="AD" clId="Web-{7F7F9EAB-A583-D2C0-6A9F-C2D31B672BFB}" dt="2023-01-24T12:04:29.560" v="94" actId="20577"/>
        <pc:sldMkLst>
          <pc:docMk/>
          <pc:sldMk cId="3270548244" sldId="318"/>
        </pc:sldMkLst>
      </pc:sldChg>
    </pc:docChg>
  </pc:docChgLst>
  <pc:docChgLst>
    <pc:chgData name="Emma Hogan" userId="S::emma.hogan@metoffice.gov.uk::bbc2d92f-30d5-4629-8143-c389355c56b3" providerId="AD" clId="Web-{648DF3D2-E5AA-EFBA-3E18-6CC0529B4CAA}"/>
    <pc:docChg chg="modSld">
      <pc:chgData name="Emma Hogan" userId="S::emma.hogan@metoffice.gov.uk::bbc2d92f-30d5-4629-8143-c389355c56b3" providerId="AD" clId="Web-{648DF3D2-E5AA-EFBA-3E18-6CC0529B4CAA}" dt="2024-09-18T10:16:17.185" v="2" actId="1076"/>
      <pc:docMkLst>
        <pc:docMk/>
      </pc:docMkLst>
    </pc:docChg>
  </pc:docChgLst>
  <pc:docChgLst>
    <pc:chgData name="Emma Hogan" userId="S::emma.hogan@metoffice.gov.uk::bbc2d92f-30d5-4629-8143-c389355c56b3" providerId="AD" clId="Web-{0DE5E777-26F7-693C-2F0C-313A8D34FC23}"/>
    <pc:docChg chg="addSld delSld modSld sldOrd">
      <pc:chgData name="Emma Hogan" userId="S::emma.hogan@metoffice.gov.uk::bbc2d92f-30d5-4629-8143-c389355c56b3" providerId="AD" clId="Web-{0DE5E777-26F7-693C-2F0C-313A8D34FC23}" dt="2023-06-02T17:16:01.884" v="1800" actId="20577"/>
      <pc:docMkLst>
        <pc:docMk/>
      </pc:docMkLst>
      <pc:sldChg chg="modSp">
        <pc:chgData name="Emma Hogan" userId="S::emma.hogan@metoffice.gov.uk::bbc2d92f-30d5-4629-8143-c389355c56b3" providerId="AD" clId="Web-{0DE5E777-26F7-693C-2F0C-313A8D34FC23}" dt="2023-06-02T15:26:49.278" v="17" actId="20577"/>
        <pc:sldMkLst>
          <pc:docMk/>
          <pc:sldMk cId="997800256" sldId="287"/>
        </pc:sldMkLst>
      </pc:sldChg>
      <pc:sldChg chg="modSp del">
        <pc:chgData name="Emma Hogan" userId="S::emma.hogan@metoffice.gov.uk::bbc2d92f-30d5-4629-8143-c389355c56b3" providerId="AD" clId="Web-{0DE5E777-26F7-693C-2F0C-313A8D34FC23}" dt="2023-06-02T16:41:26.486" v="1350"/>
        <pc:sldMkLst>
          <pc:docMk/>
          <pc:sldMk cId="2594456067" sldId="314"/>
        </pc:sldMkLst>
      </pc:sldChg>
      <pc:sldChg chg="addSp delSp modSp addAnim delAnim">
        <pc:chgData name="Emma Hogan" userId="S::emma.hogan@metoffice.gov.uk::bbc2d92f-30d5-4629-8143-c389355c56b3" providerId="AD" clId="Web-{0DE5E777-26F7-693C-2F0C-313A8D34FC23}" dt="2023-06-02T17:07:08.522" v="1797" actId="20577"/>
        <pc:sldMkLst>
          <pc:docMk/>
          <pc:sldMk cId="2632552676" sldId="315"/>
        </pc:sldMkLst>
      </pc:sldChg>
      <pc:sldChg chg="modSp">
        <pc:chgData name="Emma Hogan" userId="S::emma.hogan@metoffice.gov.uk::bbc2d92f-30d5-4629-8143-c389355c56b3" providerId="AD" clId="Web-{0DE5E777-26F7-693C-2F0C-313A8D34FC23}" dt="2023-06-02T16:32:41.218" v="1145" actId="20577"/>
        <pc:sldMkLst>
          <pc:docMk/>
          <pc:sldMk cId="2395409213" sldId="317"/>
        </pc:sldMkLst>
      </pc:sldChg>
      <pc:sldChg chg="addSp delSp modSp addAnim delAnim">
        <pc:chgData name="Emma Hogan" userId="S::emma.hogan@metoffice.gov.uk::bbc2d92f-30d5-4629-8143-c389355c56b3" providerId="AD" clId="Web-{0DE5E777-26F7-693C-2F0C-313A8D34FC23}" dt="2023-06-02T16:49:49.909" v="1528"/>
        <pc:sldMkLst>
          <pc:docMk/>
          <pc:sldMk cId="3270548244" sldId="318"/>
        </pc:sldMkLst>
      </pc:sldChg>
      <pc:sldChg chg="modSp add del replId">
        <pc:chgData name="Emma Hogan" userId="S::emma.hogan@metoffice.gov.uk::bbc2d92f-30d5-4629-8143-c389355c56b3" providerId="AD" clId="Web-{0DE5E777-26F7-693C-2F0C-313A8D34FC23}" dt="2023-06-02T16:23:21.948" v="1014"/>
        <pc:sldMkLst>
          <pc:docMk/>
          <pc:sldMk cId="2853947787" sldId="319"/>
        </pc:sldMkLst>
      </pc:sldChg>
      <pc:sldChg chg="addSp delSp modSp add replId delAnim">
        <pc:chgData name="Emma Hogan" userId="S::emma.hogan@metoffice.gov.uk::bbc2d92f-30d5-4629-8143-c389355c56b3" providerId="AD" clId="Web-{0DE5E777-26F7-693C-2F0C-313A8D34FC23}" dt="2023-06-02T17:16:01.884" v="1800" actId="20577"/>
        <pc:sldMkLst>
          <pc:docMk/>
          <pc:sldMk cId="3653918952" sldId="320"/>
        </pc:sldMkLst>
      </pc:sldChg>
      <pc:sldChg chg="add del replId">
        <pc:chgData name="Emma Hogan" userId="S::emma.hogan@metoffice.gov.uk::bbc2d92f-30d5-4629-8143-c389355c56b3" providerId="AD" clId="Web-{0DE5E777-26F7-693C-2F0C-313A8D34FC23}" dt="2023-06-02T15:53:35.646" v="438"/>
        <pc:sldMkLst>
          <pc:docMk/>
          <pc:sldMk cId="789249279" sldId="321"/>
        </pc:sldMkLst>
      </pc:sldChg>
    </pc:docChg>
  </pc:docChgLst>
  <pc:docChgLst>
    <pc:chgData name="Hogan, Emma" userId="S::emma.hogan@metoffice.gov.uk::bbc2d92f-30d5-4629-8143-c389355c56b3" providerId="AD" clId="Web-{BBDF1B1A-5093-0ED5-C5DC-E8EC2E32DA60}"/>
    <pc:docChg chg="addSld delSld modSld sldOrd">
      <pc:chgData name="Hogan, Emma" userId="S::emma.hogan@metoffice.gov.uk::bbc2d92f-30d5-4629-8143-c389355c56b3" providerId="AD" clId="Web-{BBDF1B1A-5093-0ED5-C5DC-E8EC2E32DA60}" dt="2022-05-05T15:37:31.441" v="699"/>
      <pc:docMkLst>
        <pc:docMk/>
      </pc:docMkLst>
      <pc:sldChg chg="addSp modSp">
        <pc:chgData name="Hogan, Emma" userId="S::emma.hogan@metoffice.gov.uk::bbc2d92f-30d5-4629-8143-c389355c56b3" providerId="AD" clId="Web-{BBDF1B1A-5093-0ED5-C5DC-E8EC2E32DA60}" dt="2022-05-05T15:31:10.306" v="618" actId="20577"/>
        <pc:sldMkLst>
          <pc:docMk/>
          <pc:sldMk cId="2350919745" sldId="285"/>
        </pc:sldMkLst>
      </pc:sldChg>
      <pc:sldChg chg="addSp delSp modSp add replId addAnim delAnim">
        <pc:chgData name="Hogan, Emma" userId="S::emma.hogan@metoffice.gov.uk::bbc2d92f-30d5-4629-8143-c389355c56b3" providerId="AD" clId="Web-{BBDF1B1A-5093-0ED5-C5DC-E8EC2E32DA60}" dt="2022-05-05T15:37:31.441" v="699"/>
        <pc:sldMkLst>
          <pc:docMk/>
          <pc:sldMk cId="2045554450" sldId="288"/>
        </pc:sldMkLst>
      </pc:sldChg>
      <pc:sldChg chg="del">
        <pc:chgData name="Hogan, Emma" userId="S::emma.hogan@metoffice.gov.uk::bbc2d92f-30d5-4629-8143-c389355c56b3" providerId="AD" clId="Web-{BBDF1B1A-5093-0ED5-C5DC-E8EC2E32DA60}" dt="2022-05-05T14:38:02.785" v="54"/>
        <pc:sldMkLst>
          <pc:docMk/>
          <pc:sldMk cId="3592233888" sldId="288"/>
        </pc:sldMkLst>
      </pc:sldChg>
      <pc:sldChg chg="modSp add ord replId">
        <pc:chgData name="Hogan, Emma" userId="S::emma.hogan@metoffice.gov.uk::bbc2d92f-30d5-4629-8143-c389355c56b3" providerId="AD" clId="Web-{BBDF1B1A-5093-0ED5-C5DC-E8EC2E32DA60}" dt="2022-05-05T15:12:56.699" v="397" actId="20577"/>
        <pc:sldMkLst>
          <pc:docMk/>
          <pc:sldMk cId="771448620" sldId="289"/>
        </pc:sldMkLst>
      </pc:sldChg>
      <pc:sldChg chg="del">
        <pc:chgData name="Hogan, Emma" userId="S::emma.hogan@metoffice.gov.uk::bbc2d92f-30d5-4629-8143-c389355c56b3" providerId="AD" clId="Web-{BBDF1B1A-5093-0ED5-C5DC-E8EC2E32DA60}" dt="2022-05-05T14:38:08.176" v="61"/>
        <pc:sldMkLst>
          <pc:docMk/>
          <pc:sldMk cId="3422492616" sldId="289"/>
        </pc:sldMkLst>
      </pc:sldChg>
      <pc:sldChg chg="del">
        <pc:chgData name="Hogan, Emma" userId="S::emma.hogan@metoffice.gov.uk::bbc2d92f-30d5-4629-8143-c389355c56b3" providerId="AD" clId="Web-{BBDF1B1A-5093-0ED5-C5DC-E8EC2E32DA60}" dt="2022-05-05T14:38:02.097" v="53"/>
        <pc:sldMkLst>
          <pc:docMk/>
          <pc:sldMk cId="1335704406" sldId="290"/>
        </pc:sldMkLst>
      </pc:sldChg>
      <pc:sldChg chg="addSp delSp modSp add replId">
        <pc:chgData name="Hogan, Emma" userId="S::emma.hogan@metoffice.gov.uk::bbc2d92f-30d5-4629-8143-c389355c56b3" providerId="AD" clId="Web-{BBDF1B1A-5093-0ED5-C5DC-E8EC2E32DA60}" dt="2022-05-05T15:31:03.743" v="616" actId="20577"/>
        <pc:sldMkLst>
          <pc:docMk/>
          <pc:sldMk cId="3904731024" sldId="290"/>
        </pc:sldMkLst>
      </pc:sldChg>
      <pc:sldChg chg="modSp add del replId">
        <pc:chgData name="Hogan, Emma" userId="S::emma.hogan@metoffice.gov.uk::bbc2d92f-30d5-4629-8143-c389355c56b3" providerId="AD" clId="Web-{BBDF1B1A-5093-0ED5-C5DC-E8EC2E32DA60}" dt="2022-05-05T14:52:49.277" v="194"/>
        <pc:sldMkLst>
          <pc:docMk/>
          <pc:sldMk cId="429362539" sldId="291"/>
        </pc:sldMkLst>
      </pc:sldChg>
      <pc:sldChg chg="addSp delSp modSp add replId delAnim">
        <pc:chgData name="Hogan, Emma" userId="S::emma.hogan@metoffice.gov.uk::bbc2d92f-30d5-4629-8143-c389355c56b3" providerId="AD" clId="Web-{BBDF1B1A-5093-0ED5-C5DC-E8EC2E32DA60}" dt="2022-05-05T14:58:41.192" v="245" actId="1076"/>
        <pc:sldMkLst>
          <pc:docMk/>
          <pc:sldMk cId="993736442" sldId="291"/>
        </pc:sldMkLst>
      </pc:sldChg>
      <pc:sldChg chg="del">
        <pc:chgData name="Hogan, Emma" userId="S::emma.hogan@metoffice.gov.uk::bbc2d92f-30d5-4629-8143-c389355c56b3" providerId="AD" clId="Web-{BBDF1B1A-5093-0ED5-C5DC-E8EC2E32DA60}" dt="2022-05-05T14:38:10.004" v="63"/>
        <pc:sldMkLst>
          <pc:docMk/>
          <pc:sldMk cId="3966615095" sldId="291"/>
        </pc:sldMkLst>
      </pc:sldChg>
      <pc:sldChg chg="del">
        <pc:chgData name="Hogan, Emma" userId="S::emma.hogan@metoffice.gov.uk::bbc2d92f-30d5-4629-8143-c389355c56b3" providerId="AD" clId="Web-{BBDF1B1A-5093-0ED5-C5DC-E8EC2E32DA60}" dt="2022-05-05T14:38:07.113" v="59"/>
        <pc:sldMkLst>
          <pc:docMk/>
          <pc:sldMk cId="326349841" sldId="292"/>
        </pc:sldMkLst>
      </pc:sldChg>
      <pc:sldChg chg="addSp delSp modSp add replId addAnim modAnim">
        <pc:chgData name="Hogan, Emma" userId="S::emma.hogan@metoffice.gov.uk::bbc2d92f-30d5-4629-8143-c389355c56b3" providerId="AD" clId="Web-{BBDF1B1A-5093-0ED5-C5DC-E8EC2E32DA60}" dt="2022-05-05T15:37:21.785" v="698"/>
        <pc:sldMkLst>
          <pc:docMk/>
          <pc:sldMk cId="3288596724" sldId="292"/>
        </pc:sldMkLst>
      </pc:sldChg>
      <pc:sldChg chg="addSp modSp add replId">
        <pc:chgData name="Hogan, Emma" userId="S::emma.hogan@metoffice.gov.uk::bbc2d92f-30d5-4629-8143-c389355c56b3" providerId="AD" clId="Web-{BBDF1B1A-5093-0ED5-C5DC-E8EC2E32DA60}" dt="2022-05-05T15:34:58.046" v="652" actId="20577"/>
        <pc:sldMkLst>
          <pc:docMk/>
          <pc:sldMk cId="950379156" sldId="293"/>
        </pc:sldMkLst>
      </pc:sldChg>
      <pc:sldChg chg="del">
        <pc:chgData name="Hogan, Emma" userId="S::emma.hogan@metoffice.gov.uk::bbc2d92f-30d5-4629-8143-c389355c56b3" providerId="AD" clId="Web-{BBDF1B1A-5093-0ED5-C5DC-E8EC2E32DA60}" dt="2022-05-05T14:38:08.785" v="62"/>
        <pc:sldMkLst>
          <pc:docMk/>
          <pc:sldMk cId="991805489" sldId="293"/>
        </pc:sldMkLst>
      </pc:sldChg>
      <pc:sldChg chg="del">
        <pc:chgData name="Hogan, Emma" userId="S::emma.hogan@metoffice.gov.uk::bbc2d92f-30d5-4629-8143-c389355c56b3" providerId="AD" clId="Web-{BBDF1B1A-5093-0ED5-C5DC-E8EC2E32DA60}" dt="2022-05-05T14:38:04.769" v="56"/>
        <pc:sldMkLst>
          <pc:docMk/>
          <pc:sldMk cId="2974826701" sldId="294"/>
        </pc:sldMkLst>
      </pc:sldChg>
      <pc:sldChg chg="modSp add replId">
        <pc:chgData name="Hogan, Emma" userId="S::emma.hogan@metoffice.gov.uk::bbc2d92f-30d5-4629-8143-c389355c56b3" providerId="AD" clId="Web-{BBDF1B1A-5093-0ED5-C5DC-E8EC2E32DA60}" dt="2022-05-05T15:36:41.424" v="696" actId="20577"/>
        <pc:sldMkLst>
          <pc:docMk/>
          <pc:sldMk cId="3278380375" sldId="294"/>
        </pc:sldMkLst>
      </pc:sldChg>
      <pc:sldChg chg="add del replId">
        <pc:chgData name="Hogan, Emma" userId="S::emma.hogan@metoffice.gov.uk::bbc2d92f-30d5-4629-8143-c389355c56b3" providerId="AD" clId="Web-{BBDF1B1A-5093-0ED5-C5DC-E8EC2E32DA60}" dt="2022-05-05T15:23:51.529" v="517"/>
        <pc:sldMkLst>
          <pc:docMk/>
          <pc:sldMk cId="304877575" sldId="295"/>
        </pc:sldMkLst>
      </pc:sldChg>
      <pc:sldChg chg="del">
        <pc:chgData name="Hogan, Emma" userId="S::emma.hogan@metoffice.gov.uk::bbc2d92f-30d5-4629-8143-c389355c56b3" providerId="AD" clId="Web-{BBDF1B1A-5093-0ED5-C5DC-E8EC2E32DA60}" dt="2022-05-05T14:37:59.707" v="51"/>
        <pc:sldMkLst>
          <pc:docMk/>
          <pc:sldMk cId="2150757564" sldId="295"/>
        </pc:sldMkLst>
      </pc:sldChg>
      <pc:sldChg chg="del">
        <pc:chgData name="Hogan, Emma" userId="S::emma.hogan@metoffice.gov.uk::bbc2d92f-30d5-4629-8143-c389355c56b3" providerId="AD" clId="Web-{BBDF1B1A-5093-0ED5-C5DC-E8EC2E32DA60}" dt="2022-05-05T14:38:00.925" v="52"/>
        <pc:sldMkLst>
          <pc:docMk/>
          <pc:sldMk cId="860781765" sldId="296"/>
        </pc:sldMkLst>
      </pc:sldChg>
      <pc:sldChg chg="del">
        <pc:chgData name="Hogan, Emma" userId="S::emma.hogan@metoffice.gov.uk::bbc2d92f-30d5-4629-8143-c389355c56b3" providerId="AD" clId="Web-{BBDF1B1A-5093-0ED5-C5DC-E8EC2E32DA60}" dt="2022-05-05T14:38:07.691" v="60"/>
        <pc:sldMkLst>
          <pc:docMk/>
          <pc:sldMk cId="1467949777" sldId="297"/>
        </pc:sldMkLst>
      </pc:sldChg>
      <pc:sldChg chg="del">
        <pc:chgData name="Hogan, Emma" userId="S::emma.hogan@metoffice.gov.uk::bbc2d92f-30d5-4629-8143-c389355c56b3" providerId="AD" clId="Web-{BBDF1B1A-5093-0ED5-C5DC-E8EC2E32DA60}" dt="2022-05-05T14:38:04.066" v="55"/>
        <pc:sldMkLst>
          <pc:docMk/>
          <pc:sldMk cId="374476151" sldId="299"/>
        </pc:sldMkLst>
      </pc:sldChg>
      <pc:sldChg chg="del">
        <pc:chgData name="Hogan, Emma" userId="S::emma.hogan@metoffice.gov.uk::bbc2d92f-30d5-4629-8143-c389355c56b3" providerId="AD" clId="Web-{BBDF1B1A-5093-0ED5-C5DC-E8EC2E32DA60}" dt="2022-05-05T14:38:05.332" v="57"/>
        <pc:sldMkLst>
          <pc:docMk/>
          <pc:sldMk cId="4001182293" sldId="300"/>
        </pc:sldMkLst>
      </pc:sldChg>
      <pc:sldChg chg="del">
        <pc:chgData name="Hogan, Emma" userId="S::emma.hogan@metoffice.gov.uk::bbc2d92f-30d5-4629-8143-c389355c56b3" providerId="AD" clId="Web-{BBDF1B1A-5093-0ED5-C5DC-E8EC2E32DA60}" dt="2022-05-05T14:38:10.644" v="64"/>
        <pc:sldMkLst>
          <pc:docMk/>
          <pc:sldMk cId="3344300701" sldId="301"/>
        </pc:sldMkLst>
      </pc:sldChg>
      <pc:sldChg chg="del">
        <pc:chgData name="Hogan, Emma" userId="S::emma.hogan@metoffice.gov.uk::bbc2d92f-30d5-4629-8143-c389355c56b3" providerId="AD" clId="Web-{BBDF1B1A-5093-0ED5-C5DC-E8EC2E32DA60}" dt="2022-05-05T14:38:05.894" v="58"/>
        <pc:sldMkLst>
          <pc:docMk/>
          <pc:sldMk cId="3392424044" sldId="303"/>
        </pc:sldMkLst>
      </pc:sldChg>
    </pc:docChg>
  </pc:docChgLst>
  <pc:docChgLst>
    <pc:chgData name="Emma Hogan" userId="S::emma.hogan@metoffice.gov.uk::bbc2d92f-30d5-4629-8143-c389355c56b3" providerId="AD" clId="Web-{855DCA47-6875-2EFA-68A3-C9C5F713795D}"/>
    <pc:docChg chg="modSld">
      <pc:chgData name="Emma Hogan" userId="S::emma.hogan@metoffice.gov.uk::bbc2d92f-30d5-4629-8143-c389355c56b3" providerId="AD" clId="Web-{855DCA47-6875-2EFA-68A3-C9C5F713795D}" dt="2023-06-05T07:38:54.688" v="87"/>
      <pc:docMkLst>
        <pc:docMk/>
      </pc:docMkLst>
    </pc:docChg>
  </pc:docChgLst>
  <pc:docChgLst>
    <pc:chgData clId="Web-{D8ADF4A7-13CF-872D-580F-C22B1AD35C83}"/>
    <pc:docChg chg="modSld">
      <pc:chgData name="" userId="" providerId="" clId="Web-{D8ADF4A7-13CF-872D-580F-C22B1AD35C83}" dt="2025-01-27T09:48:34.064" v="0" actId="20577"/>
      <pc:docMkLst>
        <pc:docMk/>
      </pc:docMkLst>
      <pc:sldChg chg="modSp">
        <pc:chgData name="" userId="" providerId="" clId="Web-{D8ADF4A7-13CF-872D-580F-C22B1AD35C83}" dt="2025-01-27T09:48:34.064" v="0" actId="20577"/>
        <pc:sldMkLst>
          <pc:docMk/>
          <pc:sldMk cId="997800256" sldId="287"/>
        </pc:sldMkLst>
      </pc:sldChg>
    </pc:docChg>
  </pc:docChgLst>
  <pc:docChgLst>
    <pc:chgData name="Hogan, Emma" userId="S::emma.hogan@metoffice.gov.uk::bbc2d92f-30d5-4629-8143-c389355c56b3" providerId="AD" clId="Web-{DF9EBF68-44C2-3C39-2588-99DD46E7F100}"/>
    <pc:docChg chg="addSld delSld modSld sldOrd">
      <pc:chgData name="Hogan, Emma" userId="S::emma.hogan@metoffice.gov.uk::bbc2d92f-30d5-4629-8143-c389355c56b3" providerId="AD" clId="Web-{DF9EBF68-44C2-3C39-2588-99DD46E7F100}" dt="2022-05-16T09:44:19.415" v="315" actId="20577"/>
      <pc:docMkLst>
        <pc:docMk/>
      </pc:docMkLst>
      <pc:sldChg chg="modSp">
        <pc:chgData name="Hogan, Emma" userId="S::emma.hogan@metoffice.gov.uk::bbc2d92f-30d5-4629-8143-c389355c56b3" providerId="AD" clId="Web-{DF9EBF68-44C2-3C39-2588-99DD46E7F100}" dt="2022-05-16T09:44:19.415" v="315" actId="20577"/>
        <pc:sldMkLst>
          <pc:docMk/>
          <pc:sldMk cId="650577767" sldId="310"/>
        </pc:sldMkLst>
      </pc:sldChg>
      <pc:sldChg chg="modSp">
        <pc:chgData name="Hogan, Emma" userId="S::emma.hogan@metoffice.gov.uk::bbc2d92f-30d5-4629-8143-c389355c56b3" providerId="AD" clId="Web-{DF9EBF68-44C2-3C39-2588-99DD46E7F100}" dt="2022-05-16T09:44:12.602" v="314" actId="20577"/>
        <pc:sldMkLst>
          <pc:docMk/>
          <pc:sldMk cId="413927354" sldId="311"/>
        </pc:sldMkLst>
      </pc:sldChg>
      <pc:sldChg chg="modSp">
        <pc:chgData name="Hogan, Emma" userId="S::emma.hogan@metoffice.gov.uk::bbc2d92f-30d5-4629-8143-c389355c56b3" providerId="AD" clId="Web-{DF9EBF68-44C2-3C39-2588-99DD46E7F100}" dt="2022-05-16T09:15:12.692" v="69" actId="20577"/>
        <pc:sldMkLst>
          <pc:docMk/>
          <pc:sldMk cId="2594456067" sldId="314"/>
        </pc:sldMkLst>
      </pc:sldChg>
      <pc:sldChg chg="new del">
        <pc:chgData name="Hogan, Emma" userId="S::emma.hogan@metoffice.gov.uk::bbc2d92f-30d5-4629-8143-c389355c56b3" providerId="AD" clId="Web-{DF9EBF68-44C2-3C39-2588-99DD46E7F100}" dt="2022-05-16T07:38:08.720" v="8"/>
        <pc:sldMkLst>
          <pc:docMk/>
          <pc:sldMk cId="2194985120" sldId="317"/>
        </pc:sldMkLst>
      </pc:sldChg>
      <pc:sldChg chg="modSp new ord">
        <pc:chgData name="Hogan, Emma" userId="S::emma.hogan@metoffice.gov.uk::bbc2d92f-30d5-4629-8143-c389355c56b3" providerId="AD" clId="Web-{DF9EBF68-44C2-3C39-2588-99DD46E7F100}" dt="2022-05-16T09:15:37.021" v="80" actId="20577"/>
        <pc:sldMkLst>
          <pc:docMk/>
          <pc:sldMk cId="2395409213" sldId="317"/>
        </pc:sldMkLst>
      </pc:sldChg>
      <pc:sldChg chg="new del">
        <pc:chgData name="Hogan, Emma" userId="S::emma.hogan@metoffice.gov.uk::bbc2d92f-30d5-4629-8143-c389355c56b3" providerId="AD" clId="Web-{DF9EBF68-44C2-3C39-2588-99DD46E7F100}" dt="2022-05-16T07:37:58.891" v="6"/>
        <pc:sldMkLst>
          <pc:docMk/>
          <pc:sldMk cId="4287223737" sldId="317"/>
        </pc:sldMkLst>
      </pc:sldChg>
      <pc:sldChg chg="modSp add replId">
        <pc:chgData name="Hogan, Emma" userId="S::emma.hogan@metoffice.gov.uk::bbc2d92f-30d5-4629-8143-c389355c56b3" providerId="AD" clId="Web-{DF9EBF68-44C2-3C39-2588-99DD46E7F100}" dt="2022-05-16T09:15:51.959" v="82" actId="20577"/>
        <pc:sldMkLst>
          <pc:docMk/>
          <pc:sldMk cId="3270548244" sldId="318"/>
        </pc:sldMkLst>
      </pc:sldChg>
    </pc:docChg>
  </pc:docChgLst>
  <pc:docChgLst>
    <pc:chgData name="Emma Hogan" userId="bbc2d92f-30d5-4629-8143-c389355c56b3" providerId="ADAL" clId="{AF196E12-1F5C-47C0-A544-FC2FA7F05442}"/>
    <pc:docChg chg="undo custSel modSld modMainMaster">
      <pc:chgData name="Emma Hogan" userId="bbc2d92f-30d5-4629-8143-c389355c56b3" providerId="ADAL" clId="{AF196E12-1F5C-47C0-A544-FC2FA7F05442}" dt="2025-01-25T17:01:32.009" v="3125"/>
      <pc:docMkLst>
        <pc:docMk/>
      </pc:docMkLst>
      <pc:sldMasterChg chg="modSldLayout">
        <pc:chgData name="Emma Hogan" userId="bbc2d92f-30d5-4629-8143-c389355c56b3" providerId="ADAL" clId="{AF196E12-1F5C-47C0-A544-FC2FA7F05442}" dt="2025-01-25T13:29:30.683" v="1" actId="20577"/>
        <pc:sldMasterMkLst>
          <pc:docMk/>
          <pc:sldMasterMk cId="3098655942" sldId="2147483658"/>
        </pc:sldMasterMkLst>
        <pc:sldLayoutChg chg="modSp mod">
          <pc:chgData name="Emma Hogan" userId="bbc2d92f-30d5-4629-8143-c389355c56b3" providerId="ADAL" clId="{AF196E12-1F5C-47C0-A544-FC2FA7F05442}" dt="2025-01-25T13:29:30.683" v="1" actId="20577"/>
          <pc:sldLayoutMkLst>
            <pc:docMk/>
            <pc:sldMasterMk cId="3098655942" sldId="2147483658"/>
            <pc:sldLayoutMk cId="1936347277" sldId="2147483679"/>
          </pc:sldLayoutMkLst>
        </pc:sldLayoutChg>
      </pc:sldMasterChg>
    </pc:docChg>
  </pc:docChgLst>
  <pc:docChgLst>
    <pc:chgData name="Hogan, Emma" userId="S::emma.hogan@metoffice.gov.uk::bbc2d92f-30d5-4629-8143-c389355c56b3" providerId="AD" clId="Web-{9E6857FE-6323-0D50-C137-F85AA27830FD}"/>
    <pc:docChg chg="addSld delSld modSld sldOrd">
      <pc:chgData name="Hogan, Emma" userId="S::emma.hogan@metoffice.gov.uk::bbc2d92f-30d5-4629-8143-c389355c56b3" providerId="AD" clId="Web-{9E6857FE-6323-0D50-C137-F85AA27830FD}" dt="2022-04-06T12:37:14.865" v="400" actId="20577"/>
      <pc:docMkLst>
        <pc:docMk/>
      </pc:docMkLst>
      <pc:sldChg chg="modSp ord">
        <pc:chgData name="Hogan, Emma" userId="S::emma.hogan@metoffice.gov.uk::bbc2d92f-30d5-4629-8143-c389355c56b3" providerId="AD" clId="Web-{9E6857FE-6323-0D50-C137-F85AA27830FD}" dt="2022-04-06T12:37:14.865" v="400" actId="20577"/>
        <pc:sldMkLst>
          <pc:docMk/>
          <pc:sldMk cId="3592233888" sldId="288"/>
        </pc:sldMkLst>
      </pc:sldChg>
      <pc:sldChg chg="modSp ord">
        <pc:chgData name="Hogan, Emma" userId="S::emma.hogan@metoffice.gov.uk::bbc2d92f-30d5-4629-8143-c389355c56b3" providerId="AD" clId="Web-{9E6857FE-6323-0D50-C137-F85AA27830FD}" dt="2022-04-06T11:08:05.891" v="275" actId="20577"/>
        <pc:sldMkLst>
          <pc:docMk/>
          <pc:sldMk cId="3422492616" sldId="289"/>
        </pc:sldMkLst>
      </pc:sldChg>
      <pc:sldChg chg="modSp">
        <pc:chgData name="Hogan, Emma" userId="S::emma.hogan@metoffice.gov.uk::bbc2d92f-30d5-4629-8143-c389355c56b3" providerId="AD" clId="Web-{9E6857FE-6323-0D50-C137-F85AA27830FD}" dt="2022-04-06T11:11:32.459" v="341" actId="20577"/>
        <pc:sldMkLst>
          <pc:docMk/>
          <pc:sldMk cId="1335704406" sldId="290"/>
        </pc:sldMkLst>
      </pc:sldChg>
      <pc:sldChg chg="modSp">
        <pc:chgData name="Hogan, Emma" userId="S::emma.hogan@metoffice.gov.uk::bbc2d92f-30d5-4629-8143-c389355c56b3" providerId="AD" clId="Web-{9E6857FE-6323-0D50-C137-F85AA27830FD}" dt="2022-04-06T11:09:20.440" v="307" actId="20577"/>
        <pc:sldMkLst>
          <pc:docMk/>
          <pc:sldMk cId="3966615095" sldId="291"/>
        </pc:sldMkLst>
      </pc:sldChg>
      <pc:sldChg chg="modSp ord">
        <pc:chgData name="Hogan, Emma" userId="S::emma.hogan@metoffice.gov.uk::bbc2d92f-30d5-4629-8143-c389355c56b3" providerId="AD" clId="Web-{9E6857FE-6323-0D50-C137-F85AA27830FD}" dt="2022-04-06T11:10:14.363" v="326" actId="20577"/>
        <pc:sldMkLst>
          <pc:docMk/>
          <pc:sldMk cId="326349841" sldId="292"/>
        </pc:sldMkLst>
      </pc:sldChg>
      <pc:sldChg chg="modSp">
        <pc:chgData name="Hogan, Emma" userId="S::emma.hogan@metoffice.gov.uk::bbc2d92f-30d5-4629-8143-c389355c56b3" providerId="AD" clId="Web-{9E6857FE-6323-0D50-C137-F85AA27830FD}" dt="2022-04-06T12:36:04.520" v="386" actId="20577"/>
        <pc:sldMkLst>
          <pc:docMk/>
          <pc:sldMk cId="991805489" sldId="293"/>
        </pc:sldMkLst>
      </pc:sldChg>
      <pc:sldChg chg="modSp">
        <pc:chgData name="Hogan, Emma" userId="S::emma.hogan@metoffice.gov.uk::bbc2d92f-30d5-4629-8143-c389355c56b3" providerId="AD" clId="Web-{9E6857FE-6323-0D50-C137-F85AA27830FD}" dt="2022-04-06T10:46:34.870" v="7" actId="20577"/>
        <pc:sldMkLst>
          <pc:docMk/>
          <pc:sldMk cId="2974826701" sldId="294"/>
        </pc:sldMkLst>
      </pc:sldChg>
      <pc:sldChg chg="modSp">
        <pc:chgData name="Hogan, Emma" userId="S::emma.hogan@metoffice.gov.uk::bbc2d92f-30d5-4629-8143-c389355c56b3" providerId="AD" clId="Web-{9E6857FE-6323-0D50-C137-F85AA27830FD}" dt="2022-04-06T11:11:10.334" v="338" actId="20577"/>
        <pc:sldMkLst>
          <pc:docMk/>
          <pc:sldMk cId="2150757564" sldId="295"/>
        </pc:sldMkLst>
      </pc:sldChg>
      <pc:sldChg chg="modSp add replId">
        <pc:chgData name="Hogan, Emma" userId="S::emma.hogan@metoffice.gov.uk::bbc2d92f-30d5-4629-8143-c389355c56b3" providerId="AD" clId="Web-{9E6857FE-6323-0D50-C137-F85AA27830FD}" dt="2022-04-06T11:01:06.989" v="99" actId="20577"/>
        <pc:sldMkLst>
          <pc:docMk/>
          <pc:sldMk cId="860781765" sldId="296"/>
        </pc:sldMkLst>
      </pc:sldChg>
      <pc:sldChg chg="addSp modSp add replId">
        <pc:chgData name="Hogan, Emma" userId="S::emma.hogan@metoffice.gov.uk::bbc2d92f-30d5-4629-8143-c389355c56b3" providerId="AD" clId="Web-{9E6857FE-6323-0D50-C137-F85AA27830FD}" dt="2022-04-06T12:34:40.972" v="375" actId="20577"/>
        <pc:sldMkLst>
          <pc:docMk/>
          <pc:sldMk cId="1467949777" sldId="297"/>
        </pc:sldMkLst>
      </pc:sldChg>
      <pc:sldChg chg="modSp add replId">
        <pc:chgData name="Hogan, Emma" userId="S::emma.hogan@metoffice.gov.uk::bbc2d92f-30d5-4629-8143-c389355c56b3" providerId="AD" clId="Web-{9E6857FE-6323-0D50-C137-F85AA27830FD}" dt="2022-04-06T12:37:08.943" v="394" actId="20577"/>
        <pc:sldMkLst>
          <pc:docMk/>
          <pc:sldMk cId="1187708893" sldId="298"/>
        </pc:sldMkLst>
      </pc:sldChg>
      <pc:sldChg chg="add del replId">
        <pc:chgData name="Hogan, Emma" userId="S::emma.hogan@metoffice.gov.uk::bbc2d92f-30d5-4629-8143-c389355c56b3" providerId="AD" clId="Web-{9E6857FE-6323-0D50-C137-F85AA27830FD}" dt="2022-04-06T11:06:41.373" v="252"/>
        <pc:sldMkLst>
          <pc:docMk/>
          <pc:sldMk cId="3624685705" sldId="298"/>
        </pc:sldMkLst>
      </pc:sldChg>
    </pc:docChg>
  </pc:docChgLst>
  <pc:docChgLst>
    <pc:chgData name="Hogan, Emma" userId="S::emma.hogan@metoffice.gov.uk::bbc2d92f-30d5-4629-8143-c389355c56b3" providerId="AD" clId="Web-{2F1931CB-3E33-75B6-0353-470B8CA6FF18}"/>
    <pc:docChg chg="modSld">
      <pc:chgData name="Hogan, Emma" userId="S::emma.hogan@metoffice.gov.uk::bbc2d92f-30d5-4629-8143-c389355c56b3" providerId="AD" clId="Web-{2F1931CB-3E33-75B6-0353-470B8CA6FF18}" dt="2023-01-30T16:54:15.739" v="2" actId="20577"/>
      <pc:docMkLst>
        <pc:docMk/>
      </pc:docMkLst>
    </pc:docChg>
  </pc:docChgLst>
  <pc:docChgLst>
    <pc:chgData name="Hogan, Emma" userId="S::emma.hogan@metoffice.gov.uk::bbc2d92f-30d5-4629-8143-c389355c56b3" providerId="AD" clId="Web-{BEAB5ACE-8584-2EF8-F26A-644542B67353}"/>
    <pc:docChg chg="modSld">
      <pc:chgData name="Hogan, Emma" userId="S::emma.hogan@metoffice.gov.uk::bbc2d92f-30d5-4629-8143-c389355c56b3" providerId="AD" clId="Web-{BEAB5ACE-8584-2EF8-F26A-644542B67353}" dt="2022-04-08T10:43:27.378" v="74" actId="20577"/>
      <pc:docMkLst>
        <pc:docMk/>
      </pc:docMkLst>
      <pc:sldChg chg="modSp">
        <pc:chgData name="Hogan, Emma" userId="S::emma.hogan@metoffice.gov.uk::bbc2d92f-30d5-4629-8143-c389355c56b3" providerId="AD" clId="Web-{BEAB5ACE-8584-2EF8-F26A-644542B67353}" dt="2022-04-08T10:43:27.378" v="74" actId="20577"/>
        <pc:sldMkLst>
          <pc:docMk/>
          <pc:sldMk cId="374476151" sldId="299"/>
        </pc:sldMkLst>
      </pc:sldChg>
    </pc:docChg>
  </pc:docChgLst>
  <pc:docChgLst>
    <pc:chgData name="Emma Hogan" userId="bbc2d92f-30d5-4629-8143-c389355c56b3" providerId="ADAL" clId="{38FA9240-AC81-4E0B-91D5-B807B22B1E0B}"/>
    <pc:docChg chg="undo redo custSel addSld delSld modSld sldOrd">
      <pc:chgData name="Emma Hogan" userId="bbc2d92f-30d5-4629-8143-c389355c56b3" providerId="ADAL" clId="{38FA9240-AC81-4E0B-91D5-B807B22B1E0B}" dt="2025-05-14T08:50:03.280" v="1288"/>
      <pc:docMkLst>
        <pc:docMk/>
      </pc:docMkLst>
      <pc:sldChg chg="addSp delSp modSp new mod">
        <pc:chgData name="Emma Hogan" userId="bbc2d92f-30d5-4629-8143-c389355c56b3" providerId="ADAL" clId="{38FA9240-AC81-4E0B-91D5-B807B22B1E0B}" dt="2025-04-29T07:32:17.132" v="1235" actId="14100"/>
        <pc:sldMkLst>
          <pc:docMk/>
          <pc:sldMk cId="85381253" sldId="318"/>
        </pc:sldMkLst>
      </pc:sldChg>
      <pc:sldChg chg="addSp modSp new mod">
        <pc:chgData name="Emma Hogan" userId="bbc2d92f-30d5-4629-8143-c389355c56b3" providerId="ADAL" clId="{38FA9240-AC81-4E0B-91D5-B807B22B1E0B}" dt="2025-04-28T13:44:24.740" v="1068" actId="113"/>
        <pc:sldMkLst>
          <pc:docMk/>
          <pc:sldMk cId="2463318929" sldId="319"/>
        </pc:sldMkLst>
      </pc:sldChg>
      <pc:sldChg chg="modSp new del mod">
        <pc:chgData name="Emma Hogan" userId="bbc2d92f-30d5-4629-8143-c389355c56b3" providerId="ADAL" clId="{38FA9240-AC81-4E0B-91D5-B807B22B1E0B}" dt="2025-04-28T13:38:35.916" v="896" actId="47"/>
        <pc:sldMkLst>
          <pc:docMk/>
          <pc:sldMk cId="3135468909" sldId="320"/>
        </pc:sldMkLst>
      </pc:sldChg>
      <pc:sldChg chg="modSp new mod">
        <pc:chgData name="Emma Hogan" userId="bbc2d92f-30d5-4629-8143-c389355c56b3" providerId="ADAL" clId="{38FA9240-AC81-4E0B-91D5-B807B22B1E0B}" dt="2025-04-28T13:33:31.614" v="629" actId="33524"/>
        <pc:sldMkLst>
          <pc:docMk/>
          <pc:sldMk cId="4221792091" sldId="321"/>
        </pc:sldMkLst>
      </pc:sldChg>
      <pc:sldChg chg="modSp new mod">
        <pc:chgData name="Emma Hogan" userId="bbc2d92f-30d5-4629-8143-c389355c56b3" providerId="ADAL" clId="{38FA9240-AC81-4E0B-91D5-B807B22B1E0B}" dt="2025-04-28T13:37:37.732" v="868" actId="33524"/>
        <pc:sldMkLst>
          <pc:docMk/>
          <pc:sldMk cId="743877782" sldId="322"/>
        </pc:sldMkLst>
      </pc:sldChg>
      <pc:sldChg chg="modSp new mod">
        <pc:chgData name="Emma Hogan" userId="bbc2d92f-30d5-4629-8143-c389355c56b3" providerId="ADAL" clId="{38FA9240-AC81-4E0B-91D5-B807B22B1E0B}" dt="2025-04-28T13:46:46.808" v="1120" actId="6549"/>
        <pc:sldMkLst>
          <pc:docMk/>
          <pc:sldMk cId="1474783415" sldId="323"/>
        </pc:sldMkLst>
      </pc:sldChg>
      <pc:sldChg chg="addSp delSp modSp new mod ord">
        <pc:chgData name="Emma Hogan" userId="bbc2d92f-30d5-4629-8143-c389355c56b3" providerId="ADAL" clId="{38FA9240-AC81-4E0B-91D5-B807B22B1E0B}" dt="2025-04-29T07:30:12.574" v="1233" actId="12789"/>
        <pc:sldMkLst>
          <pc:docMk/>
          <pc:sldMk cId="1052958315" sldId="324"/>
        </pc:sldMkLst>
      </pc:sldChg>
      <pc:sldChg chg="addSp delSp modSp new mod">
        <pc:chgData name="Emma Hogan" userId="bbc2d92f-30d5-4629-8143-c389355c56b3" providerId="ADAL" clId="{38FA9240-AC81-4E0B-91D5-B807B22B1E0B}" dt="2025-04-29T07:25:05.549" v="1191" actId="1035"/>
        <pc:sldMkLst>
          <pc:docMk/>
          <pc:sldMk cId="2800812364" sldId="325"/>
        </pc:sldMkLst>
      </pc:sldChg>
      <pc:sldChg chg="addSp delSp modSp new mod modNotesTx">
        <pc:chgData name="Emma Hogan" userId="bbc2d92f-30d5-4629-8143-c389355c56b3" providerId="ADAL" clId="{38FA9240-AC81-4E0B-91D5-B807B22B1E0B}" dt="2025-05-14T08:50:03.280" v="1288"/>
        <pc:sldMkLst>
          <pc:docMk/>
          <pc:sldMk cId="2801663901" sldId="326"/>
        </pc:sldMkLst>
      </pc:sldChg>
    </pc:docChg>
  </pc:docChgLst>
  <pc:docChgLst>
    <pc:chgData name="Emma Hogan" userId="S::emma.hogan@metoffice.gov.uk::bbc2d92f-30d5-4629-8143-c389355c56b3" providerId="AD" clId="Web-{D8DBDC80-5F73-D4C2-4E86-4563B96E979F}"/>
    <pc:docChg chg="modSld">
      <pc:chgData name="Emma Hogan" userId="S::emma.hogan@metoffice.gov.uk::bbc2d92f-30d5-4629-8143-c389355c56b3" providerId="AD" clId="Web-{D8DBDC80-5F73-D4C2-4E86-4563B96E979F}" dt="2023-10-30T17:42:53.347" v="302" actId="20577"/>
      <pc:docMkLst>
        <pc:docMk/>
      </pc:docMkLst>
      <pc:sldChg chg="modSp">
        <pc:chgData name="Emma Hogan" userId="S::emma.hogan@metoffice.gov.uk::bbc2d92f-30d5-4629-8143-c389355c56b3" providerId="AD" clId="Web-{D8DBDC80-5F73-D4C2-4E86-4563B96E979F}" dt="2023-10-30T17:38:52.263" v="223" actId="20577"/>
        <pc:sldMkLst>
          <pc:docMk/>
          <pc:sldMk cId="650577767" sldId="310"/>
        </pc:sldMkLst>
      </pc:sldChg>
      <pc:sldChg chg="modSp">
        <pc:chgData name="Emma Hogan" userId="S::emma.hogan@metoffice.gov.uk::bbc2d92f-30d5-4629-8143-c389355c56b3" providerId="AD" clId="Web-{D8DBDC80-5F73-D4C2-4E86-4563B96E979F}" dt="2023-10-30T17:42:53.347" v="302" actId="20577"/>
        <pc:sldMkLst>
          <pc:docMk/>
          <pc:sldMk cId="2632552676" sldId="315"/>
        </pc:sldMkLst>
      </pc:sldChg>
    </pc:docChg>
  </pc:docChgLst>
  <pc:docChgLst>
    <pc:chgData name="Hogan, Emma" userId="bbc2d92f-30d5-4629-8143-c389355c56b3" providerId="ADAL" clId="{C43ED3A1-B9C4-4E93-B204-1D43973DD398}"/>
    <pc:docChg chg="undo redo custSel addSld delSld modSld sldOrd delMainMaster">
      <pc:chgData name="Hogan, Emma" userId="bbc2d92f-30d5-4629-8143-c389355c56b3" providerId="ADAL" clId="{C43ED3A1-B9C4-4E93-B204-1D43973DD398}" dt="2022-05-18T17:52:33.708" v="4905" actId="1036"/>
      <pc:docMkLst>
        <pc:docMk/>
      </pc:docMkLst>
      <pc:sldChg chg="modSp del mod">
        <pc:chgData name="Hogan, Emma" userId="bbc2d92f-30d5-4629-8143-c389355c56b3" providerId="ADAL" clId="{C43ED3A1-B9C4-4E93-B204-1D43973DD398}" dt="2022-05-13T16:59:56.888" v="34" actId="47"/>
        <pc:sldMkLst>
          <pc:docMk/>
          <pc:sldMk cId="1889431773" sldId="256"/>
        </pc:sldMkLst>
      </pc:sldChg>
      <pc:sldChg chg="modSp mod">
        <pc:chgData name="Hogan, Emma" userId="bbc2d92f-30d5-4629-8143-c389355c56b3" providerId="ADAL" clId="{C43ED3A1-B9C4-4E93-B204-1D43973DD398}" dt="2022-05-16T07:03:02.986" v="4567" actId="20577"/>
        <pc:sldMkLst>
          <pc:docMk/>
          <pc:sldMk cId="997800256" sldId="287"/>
        </pc:sldMkLst>
      </pc:sldChg>
      <pc:sldChg chg="addSp delSp modSp del mod">
        <pc:chgData name="Hogan, Emma" userId="bbc2d92f-30d5-4629-8143-c389355c56b3" providerId="ADAL" clId="{C43ED3A1-B9C4-4E93-B204-1D43973DD398}" dt="2022-05-13T17:53:30.806" v="1168" actId="47"/>
        <pc:sldMkLst>
          <pc:docMk/>
          <pc:sldMk cId="3457246749" sldId="292"/>
        </pc:sldMkLst>
      </pc:sldChg>
      <pc:sldChg chg="modSp del mod">
        <pc:chgData name="Hogan, Emma" userId="bbc2d92f-30d5-4629-8143-c389355c56b3" providerId="ADAL" clId="{C43ED3A1-B9C4-4E93-B204-1D43973DD398}" dt="2022-05-13T17:55:10.827" v="1319" actId="47"/>
        <pc:sldMkLst>
          <pc:docMk/>
          <pc:sldMk cId="824139782" sldId="293"/>
        </pc:sldMkLst>
      </pc:sldChg>
      <pc:sldChg chg="modSp del mod">
        <pc:chgData name="Hogan, Emma" userId="bbc2d92f-30d5-4629-8143-c389355c56b3" providerId="ADAL" clId="{C43ED3A1-B9C4-4E93-B204-1D43973DD398}" dt="2022-05-13T17:57:59.426" v="1471" actId="47"/>
        <pc:sldMkLst>
          <pc:docMk/>
          <pc:sldMk cId="3842821397" sldId="294"/>
        </pc:sldMkLst>
      </pc:sldChg>
      <pc:sldChg chg="modSp del mod">
        <pc:chgData name="Hogan, Emma" userId="bbc2d92f-30d5-4629-8143-c389355c56b3" providerId="ADAL" clId="{C43ED3A1-B9C4-4E93-B204-1D43973DD398}" dt="2022-05-13T17:59:05.579" v="1553" actId="47"/>
        <pc:sldMkLst>
          <pc:docMk/>
          <pc:sldMk cId="2875519672" sldId="295"/>
        </pc:sldMkLst>
      </pc:sldChg>
      <pc:sldChg chg="modSp del mod">
        <pc:chgData name="Hogan, Emma" userId="bbc2d92f-30d5-4629-8143-c389355c56b3" providerId="ADAL" clId="{C43ED3A1-B9C4-4E93-B204-1D43973DD398}" dt="2022-05-13T18:00:21.516" v="1616" actId="47"/>
        <pc:sldMkLst>
          <pc:docMk/>
          <pc:sldMk cId="2752745121" sldId="296"/>
        </pc:sldMkLst>
      </pc:sldChg>
      <pc:sldChg chg="modSp del mod">
        <pc:chgData name="Hogan, Emma" userId="bbc2d92f-30d5-4629-8143-c389355c56b3" providerId="ADAL" clId="{C43ED3A1-B9C4-4E93-B204-1D43973DD398}" dt="2022-05-13T18:02:36.139" v="1766" actId="47"/>
        <pc:sldMkLst>
          <pc:docMk/>
          <pc:sldMk cId="578034215" sldId="297"/>
        </pc:sldMkLst>
      </pc:sldChg>
      <pc:sldChg chg="modSp del mod">
        <pc:chgData name="Hogan, Emma" userId="bbc2d92f-30d5-4629-8143-c389355c56b3" providerId="ADAL" clId="{C43ED3A1-B9C4-4E93-B204-1D43973DD398}" dt="2022-05-13T18:06:23.712" v="1971" actId="47"/>
        <pc:sldMkLst>
          <pc:docMk/>
          <pc:sldMk cId="3985229808" sldId="298"/>
        </pc:sldMkLst>
      </pc:sldChg>
      <pc:sldChg chg="modSp del mod">
        <pc:chgData name="Hogan, Emma" userId="bbc2d92f-30d5-4629-8143-c389355c56b3" providerId="ADAL" clId="{C43ED3A1-B9C4-4E93-B204-1D43973DD398}" dt="2022-05-13T18:09:28.212" v="2097" actId="47"/>
        <pc:sldMkLst>
          <pc:docMk/>
          <pc:sldMk cId="1476606168" sldId="299"/>
        </pc:sldMkLst>
      </pc:sldChg>
      <pc:sldChg chg="modSp del mod ord">
        <pc:chgData name="Hogan, Emma" userId="bbc2d92f-30d5-4629-8143-c389355c56b3" providerId="ADAL" clId="{C43ED3A1-B9C4-4E93-B204-1D43973DD398}" dt="2022-05-13T18:35:29.911" v="2809" actId="47"/>
        <pc:sldMkLst>
          <pc:docMk/>
          <pc:sldMk cId="3397370716" sldId="300"/>
        </pc:sldMkLst>
      </pc:sldChg>
      <pc:sldChg chg="modSp del mod ord">
        <pc:chgData name="Hogan, Emma" userId="bbc2d92f-30d5-4629-8143-c389355c56b3" providerId="ADAL" clId="{C43ED3A1-B9C4-4E93-B204-1D43973DD398}" dt="2022-05-13T18:39:36.302" v="2988" actId="47"/>
        <pc:sldMkLst>
          <pc:docMk/>
          <pc:sldMk cId="3152014840" sldId="301"/>
        </pc:sldMkLst>
      </pc:sldChg>
      <pc:sldChg chg="modSp del mod ord">
        <pc:chgData name="Hogan, Emma" userId="bbc2d92f-30d5-4629-8143-c389355c56b3" providerId="ADAL" clId="{C43ED3A1-B9C4-4E93-B204-1D43973DD398}" dt="2022-05-13T18:39:38.838" v="2989" actId="47"/>
        <pc:sldMkLst>
          <pc:docMk/>
          <pc:sldMk cId="2674659165" sldId="302"/>
        </pc:sldMkLst>
      </pc:sldChg>
      <pc:sldChg chg="modSp del mod ord">
        <pc:chgData name="Hogan, Emma" userId="bbc2d92f-30d5-4629-8143-c389355c56b3" providerId="ADAL" clId="{C43ED3A1-B9C4-4E93-B204-1D43973DD398}" dt="2022-05-13T19:12:03.625" v="3891" actId="47"/>
        <pc:sldMkLst>
          <pc:docMk/>
          <pc:sldMk cId="969235217" sldId="303"/>
        </pc:sldMkLst>
      </pc:sldChg>
      <pc:sldChg chg="modSp del mod">
        <pc:chgData name="Hogan, Emma" userId="bbc2d92f-30d5-4629-8143-c389355c56b3" providerId="ADAL" clId="{C43ED3A1-B9C4-4E93-B204-1D43973DD398}" dt="2022-05-13T18:19:58.770" v="2334" actId="47"/>
        <pc:sldMkLst>
          <pc:docMk/>
          <pc:sldMk cId="2756269663" sldId="304"/>
        </pc:sldMkLst>
      </pc:sldChg>
      <pc:sldChg chg="modSp del mod">
        <pc:chgData name="Hogan, Emma" userId="bbc2d92f-30d5-4629-8143-c389355c56b3" providerId="ADAL" clId="{C43ED3A1-B9C4-4E93-B204-1D43973DD398}" dt="2022-05-13T18:31:30.889" v="2693" actId="47"/>
        <pc:sldMkLst>
          <pc:docMk/>
          <pc:sldMk cId="800524662" sldId="305"/>
        </pc:sldMkLst>
      </pc:sldChg>
      <pc:sldChg chg="modSp del mod">
        <pc:chgData name="Hogan, Emma" userId="bbc2d92f-30d5-4629-8143-c389355c56b3" providerId="ADAL" clId="{C43ED3A1-B9C4-4E93-B204-1D43973DD398}" dt="2022-05-13T18:12:10.474" v="2159" actId="47"/>
        <pc:sldMkLst>
          <pc:docMk/>
          <pc:sldMk cId="2129654122" sldId="306"/>
        </pc:sldMkLst>
      </pc:sldChg>
      <pc:sldChg chg="del">
        <pc:chgData name="Hogan, Emma" userId="bbc2d92f-30d5-4629-8143-c389355c56b3" providerId="ADAL" clId="{C43ED3A1-B9C4-4E93-B204-1D43973DD398}" dt="2022-05-13T16:53:58.411" v="5" actId="47"/>
        <pc:sldMkLst>
          <pc:docMk/>
          <pc:sldMk cId="2726048612" sldId="307"/>
        </pc:sldMkLst>
      </pc:sldChg>
      <pc:sldChg chg="new del">
        <pc:chgData name="Hogan, Emma" userId="bbc2d92f-30d5-4629-8143-c389355c56b3" providerId="ADAL" clId="{C43ED3A1-B9C4-4E93-B204-1D43973DD398}" dt="2022-05-13T16:59:57.616" v="35" actId="47"/>
        <pc:sldMkLst>
          <pc:docMk/>
          <pc:sldMk cId="3999429087" sldId="307"/>
        </pc:sldMkLst>
      </pc:sldChg>
      <pc:sldChg chg="addSp delSp modSp new del mod">
        <pc:chgData name="Hogan, Emma" userId="bbc2d92f-30d5-4629-8143-c389355c56b3" providerId="ADAL" clId="{C43ED3A1-B9C4-4E93-B204-1D43973DD398}" dt="2022-05-13T17:09:31.455" v="97" actId="47"/>
        <pc:sldMkLst>
          <pc:docMk/>
          <pc:sldMk cId="431927490" sldId="308"/>
        </pc:sldMkLst>
      </pc:sldChg>
      <pc:sldChg chg="addSp delSp modSp add del mod">
        <pc:chgData name="Hogan, Emma" userId="bbc2d92f-30d5-4629-8143-c389355c56b3" providerId="ADAL" clId="{C43ED3A1-B9C4-4E93-B204-1D43973DD398}" dt="2022-05-13T17:49:21.254" v="996" actId="47"/>
        <pc:sldMkLst>
          <pc:docMk/>
          <pc:sldMk cId="2254006171" sldId="309"/>
        </pc:sldMkLst>
      </pc:sldChg>
      <pc:sldChg chg="addSp delSp modSp add mod addAnim delAnim modAnim">
        <pc:chgData name="Hogan, Emma" userId="bbc2d92f-30d5-4629-8143-c389355c56b3" providerId="ADAL" clId="{C43ED3A1-B9C4-4E93-B204-1D43973DD398}" dt="2022-05-18T13:11:06.564" v="4637"/>
        <pc:sldMkLst>
          <pc:docMk/>
          <pc:sldMk cId="650577767" sldId="310"/>
        </pc:sldMkLst>
      </pc:sldChg>
      <pc:sldChg chg="addSp delSp modSp add mod ord modAnim">
        <pc:chgData name="Hogan, Emma" userId="bbc2d92f-30d5-4629-8143-c389355c56b3" providerId="ADAL" clId="{C43ED3A1-B9C4-4E93-B204-1D43973DD398}" dt="2022-05-18T17:52:33.708" v="4905" actId="1036"/>
        <pc:sldMkLst>
          <pc:docMk/>
          <pc:sldMk cId="413927354" sldId="311"/>
        </pc:sldMkLst>
      </pc:sldChg>
      <pc:sldChg chg="delSp modSp add mod modAnim">
        <pc:chgData name="Hogan, Emma" userId="bbc2d92f-30d5-4629-8143-c389355c56b3" providerId="ADAL" clId="{C43ED3A1-B9C4-4E93-B204-1D43973DD398}" dt="2022-05-18T16:20:07.713" v="4687"/>
        <pc:sldMkLst>
          <pc:docMk/>
          <pc:sldMk cId="2841850848" sldId="312"/>
        </pc:sldMkLst>
      </pc:sldChg>
      <pc:sldChg chg="delSp modSp add mod ord modAnim">
        <pc:chgData name="Hogan, Emma" userId="bbc2d92f-30d5-4629-8143-c389355c56b3" providerId="ADAL" clId="{C43ED3A1-B9C4-4E93-B204-1D43973DD398}" dt="2022-05-18T16:20:18.164" v="4698" actId="20577"/>
        <pc:sldMkLst>
          <pc:docMk/>
          <pc:sldMk cId="4063293407" sldId="313"/>
        </pc:sldMkLst>
      </pc:sldChg>
      <pc:sldChg chg="addSp delSp modSp add mod modAnim">
        <pc:chgData name="Hogan, Emma" userId="bbc2d92f-30d5-4629-8143-c389355c56b3" providerId="ADAL" clId="{C43ED3A1-B9C4-4E93-B204-1D43973DD398}" dt="2022-05-18T16:43:03.611" v="4818"/>
        <pc:sldMkLst>
          <pc:docMk/>
          <pc:sldMk cId="2594456067" sldId="314"/>
        </pc:sldMkLst>
      </pc:sldChg>
      <pc:sldChg chg="delSp modSp add mod modAnim">
        <pc:chgData name="Hogan, Emma" userId="bbc2d92f-30d5-4629-8143-c389355c56b3" providerId="ADAL" clId="{C43ED3A1-B9C4-4E93-B204-1D43973DD398}" dt="2022-05-18T17:30:13.317" v="4887" actId="6549"/>
        <pc:sldMkLst>
          <pc:docMk/>
          <pc:sldMk cId="2632552676" sldId="315"/>
        </pc:sldMkLst>
      </pc:sldChg>
      <pc:sldChg chg="addSp delSp modSp add del mod ord modShow">
        <pc:chgData name="Hogan, Emma" userId="bbc2d92f-30d5-4629-8143-c389355c56b3" providerId="ADAL" clId="{C43ED3A1-B9C4-4E93-B204-1D43973DD398}" dt="2022-05-18T16:41:38.856" v="4790" actId="47"/>
        <pc:sldMkLst>
          <pc:docMk/>
          <pc:sldMk cId="3363050201" sldId="316"/>
        </pc:sldMkLst>
      </pc:sldChg>
      <pc:sldChg chg="modSp mod">
        <pc:chgData name="Hogan, Emma" userId="bbc2d92f-30d5-4629-8143-c389355c56b3" providerId="ADAL" clId="{C43ED3A1-B9C4-4E93-B204-1D43973DD398}" dt="2022-05-18T16:44:02.263" v="4831" actId="20577"/>
        <pc:sldMkLst>
          <pc:docMk/>
          <pc:sldMk cId="2395409213" sldId="317"/>
        </pc:sldMkLst>
      </pc:sldChg>
      <pc:sldChg chg="modSp mod">
        <pc:chgData name="Hogan, Emma" userId="bbc2d92f-30d5-4629-8143-c389355c56b3" providerId="ADAL" clId="{C43ED3A1-B9C4-4E93-B204-1D43973DD398}" dt="2022-05-18T16:44:15.801" v="4844" actId="20577"/>
        <pc:sldMkLst>
          <pc:docMk/>
          <pc:sldMk cId="3270548244" sldId="318"/>
        </pc:sldMkLst>
      </pc:sldChg>
      <pc:sldMasterChg chg="del delSldLayout">
        <pc:chgData name="Hogan, Emma" userId="bbc2d92f-30d5-4629-8143-c389355c56b3" providerId="ADAL" clId="{C43ED3A1-B9C4-4E93-B204-1D43973DD398}" dt="2022-05-13T16:59:57.616" v="35" actId="47"/>
        <pc:sldMasterMkLst>
          <pc:docMk/>
          <pc:sldMasterMk cId="1109145131" sldId="2147483687"/>
        </pc:sldMasterMkLst>
        <pc:sldLayoutChg chg="del">
          <pc:chgData name="Hogan, Emma" userId="bbc2d92f-30d5-4629-8143-c389355c56b3" providerId="ADAL" clId="{C43ED3A1-B9C4-4E93-B204-1D43973DD398}" dt="2022-05-13T16:59:57.616" v="35" actId="47"/>
          <pc:sldLayoutMkLst>
            <pc:docMk/>
            <pc:sldMasterMk cId="1109145131" sldId="2147483687"/>
            <pc:sldLayoutMk cId="869177135" sldId="2147483688"/>
          </pc:sldLayoutMkLst>
        </pc:sldLayoutChg>
      </pc:sldMasterChg>
    </pc:docChg>
  </pc:docChgLst>
  <pc:docChgLst>
    <pc:chgData name="Emma Hogan" userId="S::emma.hogan@metoffice.gov.uk::bbc2d92f-30d5-4629-8143-c389355c56b3" providerId="AD" clId="Web-{6FC2D45D-BADC-75AF-B00B-EA1CA0800447}"/>
    <pc:docChg chg="modSld">
      <pc:chgData name="Emma Hogan" userId="S::emma.hogan@metoffice.gov.uk::bbc2d92f-30d5-4629-8143-c389355c56b3" providerId="AD" clId="Web-{6FC2D45D-BADC-75AF-B00B-EA1CA0800447}" dt="2023-10-23T13:40:07.696" v="658" actId="20577"/>
      <pc:docMkLst>
        <pc:docMk/>
      </pc:docMkLst>
      <pc:sldChg chg="modSp">
        <pc:chgData name="Emma Hogan" userId="S::emma.hogan@metoffice.gov.uk::bbc2d92f-30d5-4629-8143-c389355c56b3" providerId="AD" clId="Web-{6FC2D45D-BADC-75AF-B00B-EA1CA0800447}" dt="2023-10-23T12:41:29.056" v="203" actId="20577"/>
        <pc:sldMkLst>
          <pc:docMk/>
          <pc:sldMk cId="997800256" sldId="287"/>
        </pc:sldMkLst>
      </pc:sldChg>
      <pc:sldChg chg="addSp delSp modSp addAnim delAnim">
        <pc:chgData name="Emma Hogan" userId="S::emma.hogan@metoffice.gov.uk::bbc2d92f-30d5-4629-8143-c389355c56b3" providerId="AD" clId="Web-{6FC2D45D-BADC-75AF-B00B-EA1CA0800447}" dt="2023-10-23T13:40:07.696" v="658" actId="20577"/>
        <pc:sldMkLst>
          <pc:docMk/>
          <pc:sldMk cId="650577767" sldId="310"/>
        </pc:sldMkLst>
      </pc:sldChg>
      <pc:sldChg chg="delSp modSp addAnim delAnim">
        <pc:chgData name="Emma Hogan" userId="S::emma.hogan@metoffice.gov.uk::bbc2d92f-30d5-4629-8143-c389355c56b3" providerId="AD" clId="Web-{6FC2D45D-BADC-75AF-B00B-EA1CA0800447}" dt="2023-10-23T13:20:41.796" v="380" actId="20577"/>
        <pc:sldMkLst>
          <pc:docMk/>
          <pc:sldMk cId="2632552676" sldId="315"/>
        </pc:sldMkLst>
      </pc:sldChg>
      <pc:sldChg chg="modSp">
        <pc:chgData name="Emma Hogan" userId="S::emma.hogan@metoffice.gov.uk::bbc2d92f-30d5-4629-8143-c389355c56b3" providerId="AD" clId="Web-{6FC2D45D-BADC-75AF-B00B-EA1CA0800447}" dt="2023-10-23T12:41:44.760" v="205" actId="20577"/>
        <pc:sldMkLst>
          <pc:docMk/>
          <pc:sldMk cId="3270548244" sldId="318"/>
        </pc:sldMkLst>
      </pc:sldChg>
      <pc:sldChg chg="addSp delSp modSp addAnim delAnim">
        <pc:chgData name="Emma Hogan" userId="S::emma.hogan@metoffice.gov.uk::bbc2d92f-30d5-4629-8143-c389355c56b3" providerId="AD" clId="Web-{6FC2D45D-BADC-75AF-B00B-EA1CA0800447}" dt="2023-10-23T13:25:17.302" v="404" actId="20577"/>
        <pc:sldMkLst>
          <pc:docMk/>
          <pc:sldMk cId="3653918952" sldId="320"/>
        </pc:sldMkLst>
      </pc:sldChg>
    </pc:docChg>
  </pc:docChgLst>
  <pc:docChgLst>
    <pc:chgData name="Emma Hogan" userId="S::emma.hogan@metoffice.gov.uk::bbc2d92f-30d5-4629-8143-c389355c56b3" providerId="AD" clId="Web-{4A25D265-7CEA-2B78-9FBC-86263E077332}"/>
    <pc:docChg chg="modSld">
      <pc:chgData name="Emma Hogan" userId="S::emma.hogan@metoffice.gov.uk::bbc2d92f-30d5-4629-8143-c389355c56b3" providerId="AD" clId="Web-{4A25D265-7CEA-2B78-9FBC-86263E077332}" dt="2023-06-08T09:33:54.759" v="48" actId="20577"/>
      <pc:docMkLst>
        <pc:docMk/>
      </pc:docMkLst>
      <pc:sldChg chg="modSp">
        <pc:chgData name="Emma Hogan" userId="S::emma.hogan@metoffice.gov.uk::bbc2d92f-30d5-4629-8143-c389355c56b3" providerId="AD" clId="Web-{4A25D265-7CEA-2B78-9FBC-86263E077332}" dt="2023-06-08T09:33:54.759" v="48" actId="20577"/>
        <pc:sldMkLst>
          <pc:docMk/>
          <pc:sldMk cId="3653918952" sldId="320"/>
        </pc:sldMkLst>
      </pc:sldChg>
    </pc:docChg>
  </pc:docChgLst>
  <pc:docChgLst>
    <pc:chgData clId="Web-{0DE5E777-26F7-693C-2F0C-313A8D34FC23}"/>
    <pc:docChg chg="modSld">
      <pc:chgData name="" userId="" providerId="" clId="Web-{0DE5E777-26F7-693C-2F0C-313A8D34FC23}" dt="2023-06-02T15:26:33.058" v="5" actId="20577"/>
      <pc:docMkLst>
        <pc:docMk/>
      </pc:docMkLst>
      <pc:sldChg chg="modSp">
        <pc:chgData name="" userId="" providerId="" clId="Web-{0DE5E777-26F7-693C-2F0C-313A8D34FC23}" dt="2023-06-02T15:26:33.058" v="5" actId="20577"/>
        <pc:sldMkLst>
          <pc:docMk/>
          <pc:sldMk cId="997800256" sldId="287"/>
        </pc:sldMkLst>
      </pc:sldChg>
    </pc:docChg>
  </pc:docChgLst>
  <pc:docChgLst>
    <pc:chgData name="Hogan, Emma" userId="bbc2d92f-30d5-4629-8143-c389355c56b3" providerId="ADAL" clId="{F0AA6011-4AEB-4C4F-90E2-F8D0E5E082D2}"/>
    <pc:docChg chg="modSld">
      <pc:chgData name="Hogan, Emma" userId="bbc2d92f-30d5-4629-8143-c389355c56b3" providerId="ADAL" clId="{F0AA6011-4AEB-4C4F-90E2-F8D0E5E082D2}" dt="2022-05-10T08:01:22.834" v="8"/>
      <pc:docMkLst>
        <pc:docMk/>
      </pc:docMkLst>
      <pc:sldChg chg="modAnim">
        <pc:chgData name="Hogan, Emma" userId="bbc2d92f-30d5-4629-8143-c389355c56b3" providerId="ADAL" clId="{F0AA6011-4AEB-4C4F-90E2-F8D0E5E082D2}" dt="2022-05-10T08:00:51.014" v="5"/>
        <pc:sldMkLst>
          <pc:docMk/>
          <pc:sldMk cId="2350919745" sldId="285"/>
        </pc:sldMkLst>
      </pc:sldChg>
      <pc:sldChg chg="modAnim">
        <pc:chgData name="Hogan, Emma" userId="bbc2d92f-30d5-4629-8143-c389355c56b3" providerId="ADAL" clId="{F0AA6011-4AEB-4C4F-90E2-F8D0E5E082D2}" dt="2022-05-10T08:01:22.834" v="8"/>
        <pc:sldMkLst>
          <pc:docMk/>
          <pc:sldMk cId="3457246749" sldId="292"/>
        </pc:sldMkLst>
      </pc:sldChg>
      <pc:sldChg chg="modAnim">
        <pc:chgData name="Hogan, Emma" userId="bbc2d92f-30d5-4629-8143-c389355c56b3" providerId="ADAL" clId="{F0AA6011-4AEB-4C4F-90E2-F8D0E5E082D2}" dt="2022-05-10T08:01:06.658" v="7"/>
        <pc:sldMkLst>
          <pc:docMk/>
          <pc:sldMk cId="709955286" sldId="294"/>
        </pc:sldMkLst>
      </pc:sldChg>
      <pc:sldChg chg="modAnim">
        <pc:chgData name="Hogan, Emma" userId="bbc2d92f-30d5-4629-8143-c389355c56b3" providerId="ADAL" clId="{F0AA6011-4AEB-4C4F-90E2-F8D0E5E082D2}" dt="2022-05-10T08:00:58.751" v="6"/>
        <pc:sldMkLst>
          <pc:docMk/>
          <pc:sldMk cId="385702820" sldId="295"/>
        </pc:sldMkLst>
      </pc:sldChg>
    </pc:docChg>
  </pc:docChgLst>
  <pc:docChgLst>
    <pc:chgData name="Emma Hogan" userId="S::emma.hogan@metoffice.gov.uk::bbc2d92f-30d5-4629-8143-c389355c56b3" providerId="AD" clId="Web-{B986899B-5E0C-81D8-89D9-39AB817ED3E7}"/>
    <pc:docChg chg="modSld">
      <pc:chgData name="Emma Hogan" userId="S::emma.hogan@metoffice.gov.uk::bbc2d92f-30d5-4629-8143-c389355c56b3" providerId="AD" clId="Web-{B986899B-5E0C-81D8-89D9-39AB817ED3E7}" dt="2024-04-23T07:24:35.912" v="10" actId="20577"/>
      <pc:docMkLst>
        <pc:docMk/>
      </pc:docMkLst>
      <pc:sldChg chg="modSp">
        <pc:chgData name="Emma Hogan" userId="S::emma.hogan@metoffice.gov.uk::bbc2d92f-30d5-4629-8143-c389355c56b3" providerId="AD" clId="Web-{B986899B-5E0C-81D8-89D9-39AB817ED3E7}" dt="2024-04-23T07:24:35.912" v="10" actId="20577"/>
        <pc:sldMkLst>
          <pc:docMk/>
          <pc:sldMk cId="997800256" sldId="287"/>
        </pc:sldMkLst>
      </pc:sldChg>
    </pc:docChg>
  </pc:docChgLst>
  <pc:docChgLst>
    <pc:chgData name="Hogan, Emma" userId="S::emma.hogan@metoffice.gov.uk::bbc2d92f-30d5-4629-8143-c389355c56b3" providerId="AD" clId="Web-{3B729375-9B1D-364A-13D9-90DBBE87BDD3}"/>
    <pc:docChg chg="addSld delSld modSld sldOrd">
      <pc:chgData name="Hogan, Emma" userId="S::emma.hogan@metoffice.gov.uk::bbc2d92f-30d5-4629-8143-c389355c56b3" providerId="AD" clId="Web-{3B729375-9B1D-364A-13D9-90DBBE87BDD3}" dt="2022-05-06T09:38:44.682" v="611" actId="20577"/>
      <pc:docMkLst>
        <pc:docMk/>
      </pc:docMkLst>
      <pc:sldChg chg="delSp modSp">
        <pc:chgData name="Hogan, Emma" userId="S::emma.hogan@metoffice.gov.uk::bbc2d92f-30d5-4629-8143-c389355c56b3" providerId="AD" clId="Web-{3B729375-9B1D-364A-13D9-90DBBE87BDD3}" dt="2022-05-06T07:11:35.189" v="558" actId="20577"/>
        <pc:sldMkLst>
          <pc:docMk/>
          <pc:sldMk cId="2350919745" sldId="285"/>
        </pc:sldMkLst>
      </pc:sldChg>
      <pc:sldChg chg="del">
        <pc:chgData name="Hogan, Emma" userId="S::emma.hogan@metoffice.gov.uk::bbc2d92f-30d5-4629-8143-c389355c56b3" providerId="AD" clId="Web-{3B729375-9B1D-364A-13D9-90DBBE87BDD3}" dt="2022-05-05T17:34:09.418" v="96"/>
        <pc:sldMkLst>
          <pc:docMk/>
          <pc:sldMk cId="2045554450" sldId="288"/>
        </pc:sldMkLst>
      </pc:sldChg>
      <pc:sldChg chg="modSp del">
        <pc:chgData name="Hogan, Emma" userId="S::emma.hogan@metoffice.gov.uk::bbc2d92f-30d5-4629-8143-c389355c56b3" providerId="AD" clId="Web-{3B729375-9B1D-364A-13D9-90DBBE87BDD3}" dt="2022-05-05T17:53:13.330" v="273"/>
        <pc:sldMkLst>
          <pc:docMk/>
          <pc:sldMk cId="771448620" sldId="289"/>
        </pc:sldMkLst>
      </pc:sldChg>
      <pc:sldChg chg="delSp modSp">
        <pc:chgData name="Hogan, Emma" userId="S::emma.hogan@metoffice.gov.uk::bbc2d92f-30d5-4629-8143-c389355c56b3" providerId="AD" clId="Web-{3B729375-9B1D-364A-13D9-90DBBE87BDD3}" dt="2022-05-06T09:38:44.682" v="611" actId="20577"/>
        <pc:sldMkLst>
          <pc:docMk/>
          <pc:sldMk cId="3904731024" sldId="290"/>
        </pc:sldMkLst>
      </pc:sldChg>
      <pc:sldChg chg="del">
        <pc:chgData name="Hogan, Emma" userId="S::emma.hogan@metoffice.gov.uk::bbc2d92f-30d5-4629-8143-c389355c56b3" providerId="AD" clId="Web-{3B729375-9B1D-364A-13D9-90DBBE87BDD3}" dt="2022-05-05T17:33:26.462" v="78"/>
        <pc:sldMkLst>
          <pc:docMk/>
          <pc:sldMk cId="993736442" sldId="291"/>
        </pc:sldMkLst>
      </pc:sldChg>
      <pc:sldChg chg="modSp add del replId">
        <pc:chgData name="Hogan, Emma" userId="S::emma.hogan@metoffice.gov.uk::bbc2d92f-30d5-4629-8143-c389355c56b3" providerId="AD" clId="Web-{3B729375-9B1D-364A-13D9-90DBBE87BDD3}" dt="2022-05-05T17:46:00.273" v="168"/>
        <pc:sldMkLst>
          <pc:docMk/>
          <pc:sldMk cId="1587025358" sldId="291"/>
        </pc:sldMkLst>
      </pc:sldChg>
      <pc:sldChg chg="modSp add del ord replId">
        <pc:chgData name="Hogan, Emma" userId="S::emma.hogan@metoffice.gov.uk::bbc2d92f-30d5-4629-8143-c389355c56b3" providerId="AD" clId="Web-{3B729375-9B1D-364A-13D9-90DBBE87BDD3}" dt="2022-05-05T17:43:51.671" v="115"/>
        <pc:sldMkLst>
          <pc:docMk/>
          <pc:sldMk cId="2444358183" sldId="292"/>
        </pc:sldMkLst>
      </pc:sldChg>
      <pc:sldChg chg="del">
        <pc:chgData name="Hogan, Emma" userId="S::emma.hogan@metoffice.gov.uk::bbc2d92f-30d5-4629-8143-c389355c56b3" providerId="AD" clId="Web-{3B729375-9B1D-364A-13D9-90DBBE87BDD3}" dt="2022-05-05T17:33:27.556" v="79"/>
        <pc:sldMkLst>
          <pc:docMk/>
          <pc:sldMk cId="3288596724" sldId="292"/>
        </pc:sldMkLst>
      </pc:sldChg>
      <pc:sldChg chg="modSp add del ord replId addAnim delAnim">
        <pc:chgData name="Hogan, Emma" userId="S::emma.hogan@metoffice.gov.uk::bbc2d92f-30d5-4629-8143-c389355c56b3" providerId="AD" clId="Web-{3B729375-9B1D-364A-13D9-90DBBE87BDD3}" dt="2022-05-06T07:10:37.547" v="533" actId="20577"/>
        <pc:sldMkLst>
          <pc:docMk/>
          <pc:sldMk cId="3457246749" sldId="292"/>
        </pc:sldMkLst>
      </pc:sldChg>
      <pc:sldChg chg="modSp add replId">
        <pc:chgData name="Hogan, Emma" userId="S::emma.hogan@metoffice.gov.uk::bbc2d92f-30d5-4629-8143-c389355c56b3" providerId="AD" clId="Web-{3B729375-9B1D-364A-13D9-90DBBE87BDD3}" dt="2022-05-05T17:59:12.883" v="483" actId="20577"/>
        <pc:sldMkLst>
          <pc:docMk/>
          <pc:sldMk cId="2443842476" sldId="293"/>
        </pc:sldMkLst>
      </pc:sldChg>
      <pc:sldChg chg="modSp add replId">
        <pc:chgData name="Hogan, Emma" userId="S::emma.hogan@metoffice.gov.uk::bbc2d92f-30d5-4629-8143-c389355c56b3" providerId="AD" clId="Web-{3B729375-9B1D-364A-13D9-90DBBE87BDD3}" dt="2022-05-05T17:58:29.411" v="475" actId="20577"/>
        <pc:sldMkLst>
          <pc:docMk/>
          <pc:sldMk cId="709955286" sldId="294"/>
        </pc:sldMkLst>
      </pc:sldChg>
      <pc:sldChg chg="add replId">
        <pc:chgData name="Hogan, Emma" userId="S::emma.hogan@metoffice.gov.uk::bbc2d92f-30d5-4629-8143-c389355c56b3" providerId="AD" clId="Web-{3B729375-9B1D-364A-13D9-90DBBE87BDD3}" dt="2022-05-06T09:38:32.400" v="592"/>
        <pc:sldMkLst>
          <pc:docMk/>
          <pc:sldMk cId="385702820" sldId="295"/>
        </pc:sldMkLst>
      </pc:sldChg>
    </pc:docChg>
  </pc:docChgLst>
  <pc:docChgLst>
    <pc:chgData name="Emma Hogan" userId="bbc2d92f-30d5-4629-8143-c389355c56b3" providerId="ADAL" clId="{12D89684-C1DE-454D-88F8-D3ACA19E7AAB}"/>
    <pc:docChg chg="undo custSel modSld">
      <pc:chgData name="Emma Hogan" userId="bbc2d92f-30d5-4629-8143-c389355c56b3" providerId="ADAL" clId="{12D89684-C1DE-454D-88F8-D3ACA19E7AAB}" dt="2024-10-22T17:10:37.183" v="3234" actId="20577"/>
      <pc:docMkLst>
        <pc:docMk/>
      </pc:docMkLst>
      <pc:sldChg chg="modSp mod">
        <pc:chgData name="Emma Hogan" userId="bbc2d92f-30d5-4629-8143-c389355c56b3" providerId="ADAL" clId="{12D89684-C1DE-454D-88F8-D3ACA19E7AAB}" dt="2024-10-22T17:10:37.183" v="3234" actId="20577"/>
        <pc:sldMkLst>
          <pc:docMk/>
          <pc:sldMk cId="997800256" sldId="287"/>
        </pc:sldMkLst>
      </pc:sldChg>
      <pc:sldChg chg="addSp delSp modSp mod delAnim modAnim">
        <pc:chgData name="Emma Hogan" userId="bbc2d92f-30d5-4629-8143-c389355c56b3" providerId="ADAL" clId="{12D89684-C1DE-454D-88F8-D3ACA19E7AAB}" dt="2024-10-18T13:19:17.449" v="3213" actId="20577"/>
        <pc:sldMkLst>
          <pc:docMk/>
          <pc:sldMk cId="650577767" sldId="310"/>
        </pc:sldMkLst>
      </pc:sldChg>
      <pc:sldChg chg="addSp delSp modSp mod modAnim">
        <pc:chgData name="Emma Hogan" userId="bbc2d92f-30d5-4629-8143-c389355c56b3" providerId="ADAL" clId="{12D89684-C1DE-454D-88F8-D3ACA19E7AAB}" dt="2024-10-22T05:50:50.547" v="3216" actId="20577"/>
        <pc:sldMkLst>
          <pc:docMk/>
          <pc:sldMk cId="2632552676" sldId="315"/>
        </pc:sldMkLst>
      </pc:sldChg>
      <pc:sldChg chg="modSp">
        <pc:chgData name="Emma Hogan" userId="bbc2d92f-30d5-4629-8143-c389355c56b3" providerId="ADAL" clId="{12D89684-C1DE-454D-88F8-D3ACA19E7AAB}" dt="2024-10-17T10:59:11.576" v="1319" actId="20577"/>
        <pc:sldMkLst>
          <pc:docMk/>
          <pc:sldMk cId="2395409213" sldId="317"/>
        </pc:sldMkLst>
      </pc:sldChg>
      <pc:sldChg chg="modSp mod">
        <pc:chgData name="Emma Hogan" userId="bbc2d92f-30d5-4629-8143-c389355c56b3" providerId="ADAL" clId="{12D89684-C1DE-454D-88F8-D3ACA19E7AAB}" dt="2024-10-17T10:59:23.040" v="1335" actId="20577"/>
        <pc:sldMkLst>
          <pc:docMk/>
          <pc:sldMk cId="3270548244" sldId="318"/>
        </pc:sldMkLst>
      </pc:sldChg>
      <pc:sldChg chg="addSp modSp mod modAnim">
        <pc:chgData name="Emma Hogan" userId="bbc2d92f-30d5-4629-8143-c389355c56b3" providerId="ADAL" clId="{12D89684-C1DE-454D-88F8-D3ACA19E7AAB}" dt="2024-10-17T16:35:46.078" v="3196" actId="1038"/>
        <pc:sldMkLst>
          <pc:docMk/>
          <pc:sldMk cId="3653918952" sldId="320"/>
        </pc:sldMkLst>
      </pc:sldChg>
    </pc:docChg>
  </pc:docChgLst>
  <pc:docChgLst>
    <pc:chgData name="Emma Hogan" userId="S::emma.hogan@metoffice.gov.uk::bbc2d92f-30d5-4629-8143-c389355c56b3" providerId="AD" clId="Web-{0FC342C5-F9BC-3498-E2D4-2678EAD2FE45}"/>
    <pc:docChg chg="modSld">
      <pc:chgData name="Emma Hogan" userId="S::emma.hogan@metoffice.gov.uk::bbc2d92f-30d5-4629-8143-c389355c56b3" providerId="AD" clId="Web-{0FC342C5-F9BC-3498-E2D4-2678EAD2FE45}" dt="2023-10-23T14:51:08.560" v="514" actId="1076"/>
      <pc:docMkLst>
        <pc:docMk/>
      </pc:docMkLst>
      <pc:sldChg chg="modSp">
        <pc:chgData name="Emma Hogan" userId="S::emma.hogan@metoffice.gov.uk::bbc2d92f-30d5-4629-8143-c389355c56b3" providerId="AD" clId="Web-{0FC342C5-F9BC-3498-E2D4-2678EAD2FE45}" dt="2023-10-23T14:51:08.560" v="514" actId="1076"/>
        <pc:sldMkLst>
          <pc:docMk/>
          <pc:sldMk cId="3653918952" sldId="320"/>
        </pc:sldMkLst>
      </pc:sldChg>
    </pc:docChg>
  </pc:docChgLst>
  <pc:docChgLst>
    <pc:chgData name="Hogan, Emma" userId="S::emma.hogan@metoffice.gov.uk::bbc2d92f-30d5-4629-8143-c389355c56b3" providerId="AD" clId="Web-{8F766AB2-AB4E-922E-20AD-00381A772683}"/>
    <pc:docChg chg="delSld modSld sldOrd">
      <pc:chgData name="Hogan, Emma" userId="S::emma.hogan@metoffice.gov.uk::bbc2d92f-30d5-4629-8143-c389355c56b3" providerId="AD" clId="Web-{8F766AB2-AB4E-922E-20AD-00381A772683}" dt="2022-05-10T08:00:01.183" v="133" actId="20577"/>
      <pc:docMkLst>
        <pc:docMk/>
      </pc:docMkLst>
      <pc:sldChg chg="modSp">
        <pc:chgData name="Hogan, Emma" userId="S::emma.hogan@metoffice.gov.uk::bbc2d92f-30d5-4629-8143-c389355c56b3" providerId="AD" clId="Web-{8F766AB2-AB4E-922E-20AD-00381A772683}" dt="2022-05-10T08:00:01.183" v="133" actId="20577"/>
        <pc:sldMkLst>
          <pc:docMk/>
          <pc:sldMk cId="2350919745" sldId="285"/>
        </pc:sldMkLst>
      </pc:sldChg>
      <pc:sldChg chg="modSp del ord">
        <pc:chgData name="Hogan, Emma" userId="S::emma.hogan@metoffice.gov.uk::bbc2d92f-30d5-4629-8143-c389355c56b3" providerId="AD" clId="Web-{8F766AB2-AB4E-922E-20AD-00381A772683}" dt="2022-05-10T07:35:44.976" v="55"/>
        <pc:sldMkLst>
          <pc:docMk/>
          <pc:sldMk cId="3904731024" sldId="290"/>
        </pc:sldMkLst>
      </pc:sldChg>
      <pc:sldChg chg="modSp">
        <pc:chgData name="Hogan, Emma" userId="S::emma.hogan@metoffice.gov.uk::bbc2d92f-30d5-4629-8143-c389355c56b3" providerId="AD" clId="Web-{8F766AB2-AB4E-922E-20AD-00381A772683}" dt="2022-05-10T07:57:50.023" v="128" actId="20577"/>
        <pc:sldMkLst>
          <pc:docMk/>
          <pc:sldMk cId="3457246749" sldId="292"/>
        </pc:sldMkLst>
      </pc:sldChg>
      <pc:sldChg chg="modSp del">
        <pc:chgData name="Hogan, Emma" userId="S::emma.hogan@metoffice.gov.uk::bbc2d92f-30d5-4629-8143-c389355c56b3" providerId="AD" clId="Web-{8F766AB2-AB4E-922E-20AD-00381A772683}" dt="2022-05-10T07:30:38.875" v="41"/>
        <pc:sldMkLst>
          <pc:docMk/>
          <pc:sldMk cId="2443842476" sldId="293"/>
        </pc:sldMkLst>
      </pc:sldChg>
      <pc:sldChg chg="modSp">
        <pc:chgData name="Hogan, Emma" userId="S::emma.hogan@metoffice.gov.uk::bbc2d92f-30d5-4629-8143-c389355c56b3" providerId="AD" clId="Web-{8F766AB2-AB4E-922E-20AD-00381A772683}" dt="2022-05-10T07:59:16.463" v="129" actId="20577"/>
        <pc:sldMkLst>
          <pc:docMk/>
          <pc:sldMk cId="385702820" sldId="295"/>
        </pc:sldMkLst>
      </pc:sldChg>
    </pc:docChg>
  </pc:docChgLst>
  <pc:docChgLst>
    <pc:chgData name="Emma Hogan" userId="bbc2d92f-30d5-4629-8143-c389355c56b3" providerId="ADAL" clId="{2BD1FFAF-4563-4E43-8A23-1E836A9E9665}"/>
    <pc:docChg chg="undo custSel modSld modMainMaster">
      <pc:chgData name="Emma Hogan" userId="bbc2d92f-30d5-4629-8143-c389355c56b3" providerId="ADAL" clId="{2BD1FFAF-4563-4E43-8A23-1E836A9E9665}" dt="2024-04-23T08:29:11.362" v="1948"/>
      <pc:docMkLst>
        <pc:docMk/>
      </pc:docMkLst>
      <pc:sldChg chg="modSp mod modAnim">
        <pc:chgData name="Emma Hogan" userId="bbc2d92f-30d5-4629-8143-c389355c56b3" providerId="ADAL" clId="{2BD1FFAF-4563-4E43-8A23-1E836A9E9665}" dt="2024-04-23T08:27:22.366" v="1944" actId="6549"/>
        <pc:sldMkLst>
          <pc:docMk/>
          <pc:sldMk cId="2632552676" sldId="315"/>
        </pc:sldMkLst>
      </pc:sldChg>
      <pc:sldChg chg="modSp mod">
        <pc:chgData name="Emma Hogan" userId="bbc2d92f-30d5-4629-8143-c389355c56b3" providerId="ADAL" clId="{2BD1FFAF-4563-4E43-8A23-1E836A9E9665}" dt="2024-04-23T08:07:05.789" v="1511" actId="20577"/>
        <pc:sldMkLst>
          <pc:docMk/>
          <pc:sldMk cId="3270548244" sldId="318"/>
        </pc:sldMkLst>
      </pc:sldChg>
      <pc:sldChg chg="addSp delSp modSp mod addAnim delAnim modAnim">
        <pc:chgData name="Emma Hogan" userId="bbc2d92f-30d5-4629-8143-c389355c56b3" providerId="ADAL" clId="{2BD1FFAF-4563-4E43-8A23-1E836A9E9665}" dt="2024-04-23T08:29:11.362" v="1948"/>
        <pc:sldMkLst>
          <pc:docMk/>
          <pc:sldMk cId="3653918952" sldId="320"/>
        </pc:sldMkLst>
      </pc:sldChg>
      <pc:sldMasterChg chg="modSldLayout">
        <pc:chgData name="Emma Hogan" userId="bbc2d92f-30d5-4629-8143-c389355c56b3" providerId="ADAL" clId="{2BD1FFAF-4563-4E43-8A23-1E836A9E9665}" dt="2024-04-23T07:24:49.715" v="1" actId="20577"/>
        <pc:sldMasterMkLst>
          <pc:docMk/>
          <pc:sldMasterMk cId="3098655942" sldId="2147483658"/>
        </pc:sldMasterMkLst>
        <pc:sldLayoutChg chg="modSp mod">
          <pc:chgData name="Emma Hogan" userId="bbc2d92f-30d5-4629-8143-c389355c56b3" providerId="ADAL" clId="{2BD1FFAF-4563-4E43-8A23-1E836A9E9665}" dt="2024-04-23T07:24:49.715" v="1" actId="20577"/>
          <pc:sldLayoutMkLst>
            <pc:docMk/>
            <pc:sldMasterMk cId="3098655942" sldId="2147483658"/>
            <pc:sldLayoutMk cId="1936347277" sldId="214748367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B4C97-B0AB-415A-87C7-A72C5EB9248F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2B7FA-AB46-4993-BA79-F306F77A20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32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The ESMValTool Tutorial currently uses a lesson infrastructure, or template, called the “carpentries/styles”.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133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This carpentries template requires a Ruby-based installation.</a:t>
            </a:r>
          </a:p>
          <a:p>
            <a:r>
              <a:rPr lang="en-GB" dirty="0"/>
              <a:t>+ I remember when I created the environment for the ESMValTool Tutorial back in 2021 it was not straight-forward for me, and I haven’t been able to create a new environment since!</a:t>
            </a:r>
          </a:p>
          <a:p>
            <a:r>
              <a:rPr lang="en-GB" dirty="0"/>
              <a:t>+ When Chris tried to create an environment for the ESMValTool Tutorial last year Conda failed to create an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874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Lessons are written in Markdown, but with specific format requirements and additional syntax to enable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77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The problem is that the “carpentries/styles” template is no longer supported by The Carpentries Core Team.</a:t>
            </a:r>
          </a:p>
          <a:p>
            <a:r>
              <a:rPr lang="en-GB" dirty="0"/>
              <a:t>+ A new lesson infrastructure called “The Carpentries Workbench” became the default template for official Carpentries lessons in May 2023.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981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Here is an example of what “The Carpentries Workbench” template looks like.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+ “The Carpentries Workbench” is built using 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114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“The Carpentries Workbench” has provided a Transition Guide, and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441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... during the virtual ESMValTool community workshop this time last year, I attempted to follow this Transition Guide to upgrade the ESMValTool Tutorial to use this new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328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+ Given these problems, I am struggling to see the benefits of continuing to use the Software Carpentry template.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99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So, at the UET meeting in February, I proposed that the ESMValTool Tutorial use the same framework as the ESMValTool documentation, i.e. Sphinx and the </a:t>
            </a:r>
            <a:r>
              <a:rPr lang="en-GB" dirty="0" err="1"/>
              <a:t>PyData</a:t>
            </a:r>
            <a:r>
              <a:rPr lang="en-GB" dirty="0"/>
              <a:t> theme.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332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+ Note the new Software Carpentry theme does not look dissimilar to the Sphinx and the </a:t>
            </a:r>
            <a:r>
              <a:rPr lang="en-GB" dirty="0" err="1"/>
              <a:t>PyData</a:t>
            </a:r>
            <a:r>
              <a:rPr lang="en-GB" dirty="0"/>
              <a:t> theme.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256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The structure and syntax would be the same for both the tutorial and the documentation.</a:t>
            </a:r>
          </a:p>
          <a:p>
            <a:r>
              <a:rPr lang="en-GB" dirty="0"/>
              <a:t>+ There will be no need to learn how to use additional tooling, so making changes should be easier.</a:t>
            </a:r>
          </a:p>
          <a:p>
            <a:r>
              <a:rPr lang="en-GB" dirty="0"/>
              <a:t>+ The theme and layout would be the same for both the tutorial and the documentation.</a:t>
            </a:r>
          </a:p>
          <a:p>
            <a:r>
              <a:rPr lang="en-GB" dirty="0"/>
              <a:t>+ There would be no need to maintain separate, difficult-to-build R-based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303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+ </a:t>
            </a:r>
            <a:r>
              <a:rPr lang="en-GB" sz="1200" dirty="0"/>
              <a:t>Enabling adding other tutorials, e.g. from ACCESS-NRI &amp; MO, domain-specific, etc.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158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+ All the features from the current ESMValTool Tutorial can be achieved using Sphinx and the </a:t>
            </a:r>
            <a:r>
              <a:rPr lang="en-GB" dirty="0" err="1"/>
              <a:t>PyData</a:t>
            </a:r>
            <a:r>
              <a:rPr lang="en-GB" dirty="0"/>
              <a:t>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2B7FA-AB46-4993-BA79-F306F77A204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027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AB718E9-3F82-424E-ABA2-5A93833597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1294" cy="51532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698400"/>
            <a:ext cx="5016036" cy="1157696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4333648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bg2"/>
                </a:solidFill>
              </a:rPr>
              <a:t>www.metoffice.gov.uk	</a:t>
            </a:r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 dirty="0">
                <a:solidFill>
                  <a:schemeClr val="bg2"/>
                </a:solidFill>
              </a:rPr>
              <a:t>© Crown Copyright</a:t>
            </a:r>
            <a:r>
              <a:rPr lang="fr-BE" sz="800" baseline="0" dirty="0">
                <a:solidFill>
                  <a:schemeClr val="bg2"/>
                </a:solidFill>
              </a:rPr>
              <a:t> 2025, Met Office</a:t>
            </a:r>
            <a:endParaRPr lang="en-GB" sz="800" dirty="0">
              <a:solidFill>
                <a:schemeClr val="bg2"/>
              </a:solidFill>
            </a:endParaRPr>
          </a:p>
        </p:txBody>
      </p:sp>
      <p:pic>
        <p:nvPicPr>
          <p:cNvPr id="10" name="MO_MASTER_for_dark_backg_RBG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83600" y="54000"/>
            <a:ext cx="1803780" cy="5656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36347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AB718E9-3F82-424E-ABA2-5A9383359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61294" cy="51532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698400"/>
            <a:ext cx="5016036" cy="1157696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4333648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bg2"/>
                </a:solidFill>
              </a:rPr>
              <a:t>www.metoffice.gov.uk	</a:t>
            </a:r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>
                <a:solidFill>
                  <a:schemeClr val="bg2"/>
                </a:solidFill>
              </a:rPr>
              <a:t>© Crown Copyright</a:t>
            </a:r>
            <a:r>
              <a:rPr lang="fr-BE" sz="800" baseline="0">
                <a:solidFill>
                  <a:schemeClr val="bg2"/>
                </a:solidFill>
              </a:rPr>
              <a:t> 2022, Met Office</a:t>
            </a:r>
            <a:endParaRPr lang="en-GB" sz="800">
              <a:solidFill>
                <a:schemeClr val="bg2"/>
              </a:solidFill>
            </a:endParaRPr>
          </a:p>
        </p:txBody>
      </p:sp>
      <p:pic>
        <p:nvPicPr>
          <p:cNvPr id="10" name="MO_MASTER_for_dark_backg_RBG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83600" y="54000"/>
            <a:ext cx="1803780" cy="5656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728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ver-backg-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61294" cy="515322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698400"/>
            <a:ext cx="8640000" cy="1157696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bg2"/>
                </a:solidFill>
              </a:rPr>
              <a:t>www.metoffice.gov.uk	</a:t>
            </a:r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>
                <a:solidFill>
                  <a:schemeClr val="bg2"/>
                </a:solidFill>
              </a:rPr>
              <a:t>© Crown Copyright</a:t>
            </a:r>
            <a:r>
              <a:rPr lang="fr-BE" sz="800" baseline="0">
                <a:solidFill>
                  <a:schemeClr val="bg2"/>
                </a:solidFill>
              </a:rPr>
              <a:t> 2022, Met Office</a:t>
            </a:r>
            <a:endParaRPr lang="en-GB" sz="800">
              <a:solidFill>
                <a:schemeClr val="bg2"/>
              </a:solidFill>
            </a:endParaRPr>
          </a:p>
        </p:txBody>
      </p:sp>
      <p:pic>
        <p:nvPicPr>
          <p:cNvPr id="10" name="MO_MASTER_for_dark_backg_RBG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83600" y="54000"/>
            <a:ext cx="1803780" cy="5656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45083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698400"/>
            <a:ext cx="8640000" cy="1157696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>
                <a:solidFill>
                  <a:schemeClr val="tx1"/>
                </a:solidFill>
              </a:rPr>
              <a:t>© Crown Copyright</a:t>
            </a:r>
            <a:r>
              <a:rPr lang="fr-BE" sz="800" baseline="0">
                <a:solidFill>
                  <a:schemeClr val="tx1"/>
                </a:solidFill>
              </a:rPr>
              <a:t> 2023, Met Office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www.metoffice.gov.uk</a:t>
            </a:r>
            <a:r>
              <a:rPr lang="fr-BE" sz="800">
                <a:solidFill>
                  <a:schemeClr val="bg2"/>
                </a:solidFill>
              </a:rPr>
              <a:t>	</a:t>
            </a:r>
            <a:endParaRPr lang="en-GB" sz="8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362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698400"/>
            <a:ext cx="8640000" cy="1157696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>
                <a:solidFill>
                  <a:schemeClr val="tx1"/>
                </a:solidFill>
              </a:rPr>
              <a:t>© Crown Copyright</a:t>
            </a:r>
            <a:r>
              <a:rPr lang="fr-BE" sz="800" baseline="0">
                <a:solidFill>
                  <a:schemeClr val="tx1"/>
                </a:solidFill>
              </a:rPr>
              <a:t> 2022, Met Office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www.metoffice.gov.uk</a:t>
            </a:r>
            <a:r>
              <a:rPr lang="fr-BE" sz="800">
                <a:solidFill>
                  <a:schemeClr val="bg2"/>
                </a:solidFill>
              </a:rPr>
              <a:t>	</a:t>
            </a:r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7" name="Shape 48"/>
          <p:cNvSpPr/>
          <p:nvPr userDrawn="1"/>
        </p:nvSpPr>
        <p:spPr>
          <a:xfrm>
            <a:off x="-1" y="-6009"/>
            <a:ext cx="9144002" cy="687642"/>
          </a:xfrm>
          <a:prstGeom prst="rect">
            <a:avLst/>
          </a:prstGeom>
          <a:blipFill>
            <a:blip r:embed="rId2" cstate="print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ctr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Helvetica Light"/>
              </a:rPr>
              <a:t>  </a:t>
            </a:r>
          </a:p>
        </p:txBody>
      </p:sp>
      <p:pic>
        <p:nvPicPr>
          <p:cNvPr id="9" name="MO_MASTER_for_dark_backg_RBG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83600" y="54000"/>
            <a:ext cx="1803780" cy="5656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8486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698400"/>
            <a:ext cx="8640000" cy="1157696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hape 64"/>
          <p:cNvSpPr/>
          <p:nvPr userDrawn="1"/>
        </p:nvSpPr>
        <p:spPr>
          <a:xfrm flipV="1">
            <a:off x="2141935" y="135000"/>
            <a:ext cx="0" cy="405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5" name="Shape 68"/>
          <p:cNvSpPr/>
          <p:nvPr userDrawn="1"/>
        </p:nvSpPr>
        <p:spPr>
          <a:xfrm>
            <a:off x="7531089" y="204551"/>
            <a:ext cx="1360911" cy="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/>
          <a:lstStyle/>
          <a:p>
            <a:pPr marL="0" marR="0" lvl="0" indent="0" algn="l" defTabSz="342900" rtl="0" eaLnBrk="1" fontAlgn="auto" latinLnBrk="0" hangingPunct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Working together 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(enter working relationship)</a:t>
            </a:r>
          </a:p>
        </p:txBody>
      </p:sp>
      <p:sp>
        <p:nvSpPr>
          <p:cNvPr id="6" name="Shape 69"/>
          <p:cNvSpPr>
            <a:spLocks noGrp="1"/>
          </p:cNvSpPr>
          <p:nvPr>
            <p:ph type="pic" sz="quarter" idx="13"/>
          </p:nvPr>
        </p:nvSpPr>
        <p:spPr>
          <a:xfrm>
            <a:off x="2227171" y="204551"/>
            <a:ext cx="1176126" cy="270000"/>
          </a:xfrm>
          <a:prstGeom prst="rect">
            <a:avLst/>
          </a:prstGeom>
          <a:noFill/>
          <a:ln>
            <a:noFill/>
          </a:ln>
        </p:spPr>
        <p:txBody>
          <a:bodyPr wrap="square" lIns="68579" tIns="34289" rIns="68579" bIns="34289" anchor="t">
            <a:noAutofit/>
          </a:bodyPr>
          <a:lstStyle>
            <a:lvl1pPr marL="0" indent="0">
              <a:buNone/>
              <a:defRPr sz="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Shape 70"/>
          <p:cNvSpPr>
            <a:spLocks noGrp="1"/>
          </p:cNvSpPr>
          <p:nvPr>
            <p:ph type="pic" sz="quarter" idx="14"/>
          </p:nvPr>
        </p:nvSpPr>
        <p:spPr>
          <a:xfrm>
            <a:off x="3577935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Shape 71"/>
          <p:cNvSpPr>
            <a:spLocks noGrp="1"/>
          </p:cNvSpPr>
          <p:nvPr>
            <p:ph type="pic" sz="quarter" idx="15"/>
          </p:nvPr>
        </p:nvSpPr>
        <p:spPr>
          <a:xfrm>
            <a:off x="4928103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Shape 64"/>
          <p:cNvSpPr/>
          <p:nvPr userDrawn="1"/>
        </p:nvSpPr>
        <p:spPr>
          <a:xfrm flipV="1">
            <a:off x="3490913" y="135000"/>
            <a:ext cx="0" cy="405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0" name="Shape 64"/>
          <p:cNvSpPr/>
          <p:nvPr userDrawn="1"/>
        </p:nvSpPr>
        <p:spPr>
          <a:xfrm flipV="1">
            <a:off x="4842272" y="135000"/>
            <a:ext cx="0" cy="405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1" name="Shape 64"/>
          <p:cNvSpPr/>
          <p:nvPr userDrawn="1"/>
        </p:nvSpPr>
        <p:spPr>
          <a:xfrm flipV="1">
            <a:off x="6192441" y="135000"/>
            <a:ext cx="0" cy="4050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2" name="Shape 71"/>
          <p:cNvSpPr>
            <a:spLocks noGrp="1"/>
          </p:cNvSpPr>
          <p:nvPr>
            <p:ph type="pic" sz="quarter" idx="17"/>
          </p:nvPr>
        </p:nvSpPr>
        <p:spPr>
          <a:xfrm>
            <a:off x="6273702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3" name="Rectangle 12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www.metoffice.gov.uk</a:t>
            </a:r>
            <a:r>
              <a:rPr lang="fr-BE" sz="800">
                <a:solidFill>
                  <a:schemeClr val="bg2"/>
                </a:solidFill>
              </a:rPr>
              <a:t>	</a:t>
            </a:r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>
                <a:solidFill>
                  <a:schemeClr val="tx1"/>
                </a:solidFill>
              </a:rPr>
              <a:t>© Crown Copyright</a:t>
            </a:r>
            <a:r>
              <a:rPr lang="fr-BE" sz="800" baseline="0">
                <a:solidFill>
                  <a:schemeClr val="tx1"/>
                </a:solidFill>
              </a:rPr>
              <a:t> 2022, Met Office</a:t>
            </a:r>
            <a:endParaRPr lang="en-GB" sz="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97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48"/>
          <p:cNvSpPr/>
          <p:nvPr userDrawn="1"/>
        </p:nvSpPr>
        <p:spPr>
          <a:xfrm>
            <a:off x="-1" y="-6009"/>
            <a:ext cx="9144002" cy="687642"/>
          </a:xfrm>
          <a:prstGeom prst="rect">
            <a:avLst/>
          </a:prstGeom>
          <a:blipFill>
            <a:blip r:embed="rId2" cstate="print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ctr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Helvetica Light"/>
              </a:rPr>
              <a:t>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2000" y="698400"/>
            <a:ext cx="8640000" cy="1157696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000" y="2129051"/>
            <a:ext cx="8640000" cy="18142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hape 64"/>
          <p:cNvSpPr/>
          <p:nvPr userDrawn="1"/>
        </p:nvSpPr>
        <p:spPr>
          <a:xfrm flipV="1">
            <a:off x="2141935" y="135000"/>
            <a:ext cx="0" cy="405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6" name="Shape 69"/>
          <p:cNvSpPr>
            <a:spLocks noGrp="1"/>
          </p:cNvSpPr>
          <p:nvPr>
            <p:ph type="pic" sz="quarter" idx="13"/>
          </p:nvPr>
        </p:nvSpPr>
        <p:spPr>
          <a:xfrm>
            <a:off x="2227171" y="204551"/>
            <a:ext cx="1176126" cy="270000"/>
          </a:xfrm>
          <a:prstGeom prst="rect">
            <a:avLst/>
          </a:prstGeom>
          <a:noFill/>
          <a:ln>
            <a:noFill/>
          </a:ln>
        </p:spPr>
        <p:txBody>
          <a:bodyPr wrap="square" lIns="68579" tIns="34289" rIns="68579" bIns="34289" anchor="t">
            <a:noAutofit/>
          </a:bodyPr>
          <a:lstStyle>
            <a:lvl1pPr marL="0" indent="0">
              <a:buNone/>
              <a:defRPr sz="8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Shape 70"/>
          <p:cNvSpPr>
            <a:spLocks noGrp="1"/>
          </p:cNvSpPr>
          <p:nvPr>
            <p:ph type="pic" sz="quarter" idx="14"/>
          </p:nvPr>
        </p:nvSpPr>
        <p:spPr>
          <a:xfrm>
            <a:off x="3577935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Shape 71"/>
          <p:cNvSpPr>
            <a:spLocks noGrp="1"/>
          </p:cNvSpPr>
          <p:nvPr>
            <p:ph type="pic" sz="quarter" idx="15"/>
          </p:nvPr>
        </p:nvSpPr>
        <p:spPr>
          <a:xfrm>
            <a:off x="4928103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Shape 64"/>
          <p:cNvSpPr/>
          <p:nvPr userDrawn="1"/>
        </p:nvSpPr>
        <p:spPr>
          <a:xfrm flipV="1">
            <a:off x="3490913" y="135000"/>
            <a:ext cx="0" cy="405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0" name="Shape 64"/>
          <p:cNvSpPr/>
          <p:nvPr userDrawn="1"/>
        </p:nvSpPr>
        <p:spPr>
          <a:xfrm flipV="1">
            <a:off x="4842272" y="135000"/>
            <a:ext cx="0" cy="405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1" name="Shape 64"/>
          <p:cNvSpPr/>
          <p:nvPr userDrawn="1"/>
        </p:nvSpPr>
        <p:spPr>
          <a:xfrm flipV="1">
            <a:off x="6192441" y="135000"/>
            <a:ext cx="0" cy="405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26789" tIns="26789" rIns="26789" bIns="26789" anchor="ctr"/>
          <a:lstStyle/>
          <a:p>
            <a:pPr marL="0" marR="0" lvl="0" indent="0" algn="ctr" defTabSz="2190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Arial"/>
              <a:sym typeface="Helvetica Light"/>
            </a:endParaRPr>
          </a:p>
        </p:txBody>
      </p:sp>
      <p:sp>
        <p:nvSpPr>
          <p:cNvPr id="12" name="Shape 71"/>
          <p:cNvSpPr>
            <a:spLocks noGrp="1"/>
          </p:cNvSpPr>
          <p:nvPr>
            <p:ph type="pic" sz="quarter" idx="17"/>
          </p:nvPr>
        </p:nvSpPr>
        <p:spPr>
          <a:xfrm>
            <a:off x="6273702" y="204551"/>
            <a:ext cx="1176127" cy="270000"/>
          </a:xfrm>
          <a:prstGeom prst="rect">
            <a:avLst/>
          </a:prstGeom>
          <a:noFill/>
          <a:ln>
            <a:noFill/>
          </a:ln>
        </p:spPr>
        <p:txBody>
          <a:bodyPr lIns="68579" tIns="34289" rIns="68579" bIns="34289" anchor="t">
            <a:noAutofit/>
          </a:bodyPr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3" name="Rectangle 12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www.metoffice.gov.uk</a:t>
            </a:r>
            <a:r>
              <a:rPr lang="fr-BE" sz="800">
                <a:solidFill>
                  <a:schemeClr val="bg2"/>
                </a:solidFill>
              </a:rPr>
              <a:t>	</a:t>
            </a:r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4217158" y="473577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>
                <a:solidFill>
                  <a:schemeClr val="tx1"/>
                </a:solidFill>
              </a:rPr>
              <a:t>© Crown Copyright</a:t>
            </a:r>
            <a:r>
              <a:rPr lang="fr-BE" sz="800" baseline="0">
                <a:solidFill>
                  <a:schemeClr val="tx1"/>
                </a:solidFill>
              </a:rPr>
              <a:t> 2022, Met Office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5" name="Shape 68"/>
          <p:cNvSpPr/>
          <p:nvPr userDrawn="1"/>
        </p:nvSpPr>
        <p:spPr>
          <a:xfrm>
            <a:off x="7531089" y="204551"/>
            <a:ext cx="1360911" cy="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/>
          <a:lstStyle/>
          <a:p>
            <a:pPr marL="0" marR="0" lvl="0" indent="0" algn="l" defTabSz="342900" rtl="0" eaLnBrk="1" fontAlgn="auto" latinLnBrk="0" hangingPunct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Working together </a:t>
            </a:r>
            <a:b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(enter working relationship)</a:t>
            </a:r>
          </a:p>
        </p:txBody>
      </p:sp>
      <p:pic>
        <p:nvPicPr>
          <p:cNvPr id="18" name="MO_MASTER_for_dark_backg_RBG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83600" y="54000"/>
            <a:ext cx="1803780" cy="5656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47208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625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2000" y="1548000"/>
            <a:ext cx="4087988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400" y="1548000"/>
            <a:ext cx="40896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67473" y="1548000"/>
            <a:ext cx="0" cy="30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59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columns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2000" y="1548000"/>
            <a:ext cx="567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00" y="1548000"/>
            <a:ext cx="270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57352" y="1548000"/>
            <a:ext cx="0" cy="30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48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2000" y="1548000"/>
            <a:ext cx="270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00" y="1548000"/>
            <a:ext cx="270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093513" y="1548000"/>
            <a:ext cx="0" cy="30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3"/>
          <p:cNvSpPr>
            <a:spLocks noGrp="1"/>
          </p:cNvSpPr>
          <p:nvPr>
            <p:ph sz="half" idx="10"/>
          </p:nvPr>
        </p:nvSpPr>
        <p:spPr>
          <a:xfrm>
            <a:off x="3222000" y="1548000"/>
            <a:ext cx="2700000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57352" y="1548000"/>
            <a:ext cx="0" cy="306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483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699740"/>
            <a:ext cx="4087988" cy="576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2000" y="1548000"/>
            <a:ext cx="4087988" cy="3060000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4562272" y="1"/>
            <a:ext cx="4572000" cy="47167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971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34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709468"/>
            <a:ext cx="9144000" cy="402238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252413" y="818866"/>
            <a:ext cx="8639175" cy="378964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173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017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- re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	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038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rgbClr val="C4E90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699739"/>
            <a:ext cx="8640000" cy="9004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5480"/>
            <a:ext cx="8640000" cy="2632520"/>
          </a:xfrm>
        </p:spPr>
        <p:txBody>
          <a:bodyPr/>
          <a:lstStyle>
            <a:lvl1pPr marL="0" indent="0">
              <a:buNone/>
              <a:defRPr baseline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	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8747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rgbClr val="BBBDB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699740"/>
            <a:ext cx="8640000" cy="90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6400"/>
            <a:ext cx="8640000" cy="2631600"/>
          </a:xfrm>
        </p:spPr>
        <p:txBody>
          <a:bodyPr/>
          <a:lstStyle>
            <a:lvl1pPr marL="0" indent="0">
              <a:buNone/>
              <a:defRPr baseline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	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3758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rgbClr val="359BC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699740"/>
            <a:ext cx="8640000" cy="90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6400"/>
            <a:ext cx="8640000" cy="263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bg2"/>
                </a:solidFill>
              </a:rPr>
              <a:t>	</a:t>
            </a:r>
            <a:endParaRPr lang="en-GB" sz="80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11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rgbClr val="E4745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699740"/>
            <a:ext cx="8640000" cy="90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6400"/>
            <a:ext cx="8640000" cy="263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	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1542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728000"/>
            <a:ext cx="9144000" cy="3415500"/>
          </a:xfrm>
          <a:prstGeom prst="rect">
            <a:avLst/>
          </a:prstGeom>
          <a:solidFill>
            <a:srgbClr val="55C6B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000" y="699740"/>
            <a:ext cx="8640000" cy="90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2000" y="1976400"/>
            <a:ext cx="8640000" cy="2631600"/>
          </a:xfrm>
        </p:spPr>
        <p:txBody>
          <a:bodyPr/>
          <a:lstStyle>
            <a:lvl1pPr marL="0" indent="0">
              <a:buNone/>
              <a:defRPr baseline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	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333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822593"/>
            <a:ext cx="9144000" cy="3415500"/>
          </a:xfrm>
          <a:prstGeom prst="rect">
            <a:avLst/>
          </a:prstGeom>
          <a:solidFill>
            <a:srgbClr val="C4E90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en-GB" sz="20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000" y="699739"/>
            <a:ext cx="8640000" cy="9004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Questions?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827213"/>
            <a:ext cx="9144000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www.metoffice.gov.uk	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217158" y="4827213"/>
            <a:ext cx="4926842" cy="407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r" defTabSz="450850">
              <a:tabLst/>
            </a:pPr>
            <a:r>
              <a:rPr lang="fr-BE" sz="800">
                <a:solidFill>
                  <a:schemeClr val="tx1"/>
                </a:solidFill>
              </a:rPr>
              <a:t>© Crown Copyright</a:t>
            </a:r>
            <a:r>
              <a:rPr lang="fr-BE" sz="800" baseline="0">
                <a:solidFill>
                  <a:schemeClr val="tx1"/>
                </a:solidFill>
              </a:rPr>
              <a:t> 2022, Met Office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46704" y="2004607"/>
            <a:ext cx="86400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BE" sz="1600"/>
              <a:t>For more information </a:t>
            </a:r>
            <a:r>
              <a:rPr lang="fr-BE" sz="1600" err="1"/>
              <a:t>please</a:t>
            </a:r>
            <a:r>
              <a:rPr lang="fr-BE" sz="1600"/>
              <a:t> contact</a:t>
            </a:r>
            <a:endParaRPr lang="en-GB" sz="16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786704" y="3521016"/>
            <a:ext cx="8100000" cy="360000"/>
          </a:xfrm>
        </p:spPr>
        <p:txBody>
          <a:bodyPr anchor="ctr">
            <a:norm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/>
              <a:t>Insert phone number here</a:t>
            </a:r>
            <a:endParaRPr lang="en-GB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86704" y="3075837"/>
            <a:ext cx="8100000" cy="360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Insert e-mail here</a:t>
            </a:r>
            <a:endParaRPr lang="en-GB"/>
          </a:p>
        </p:txBody>
      </p:sp>
      <p:pic>
        <p:nvPicPr>
          <p:cNvPr id="18" name="web-icon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9999" y="2617307"/>
            <a:ext cx="396000" cy="39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F812764-35C6-4759-8316-7323965CEE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704" y="2627841"/>
            <a:ext cx="8100000" cy="360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www.metoffice.gov.uk</a:t>
            </a:r>
            <a:endParaRPr lang="en-GB"/>
          </a:p>
        </p:txBody>
      </p:sp>
      <p:pic>
        <p:nvPicPr>
          <p:cNvPr id="13" name="web-icon.png">
            <a:extLst>
              <a:ext uri="{FF2B5EF4-FFF2-40B4-BE49-F238E27FC236}">
                <a16:creationId xmlns:a16="http://schemas.microsoft.com/office/drawing/2014/main" id="{B472CB18-3C04-46E9-A4DC-7923E8BEB0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9999" y="3055686"/>
            <a:ext cx="396000" cy="39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web-icon.png">
            <a:extLst>
              <a:ext uri="{FF2B5EF4-FFF2-40B4-BE49-F238E27FC236}">
                <a16:creationId xmlns:a16="http://schemas.microsoft.com/office/drawing/2014/main" id="{33E1C480-D76C-4A08-A27B-EFA5CDC40A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9999" y="3501642"/>
            <a:ext cx="396000" cy="39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web-icon.png">
            <a:extLst>
              <a:ext uri="{FF2B5EF4-FFF2-40B4-BE49-F238E27FC236}">
                <a16:creationId xmlns:a16="http://schemas.microsoft.com/office/drawing/2014/main" id="{D4C35C27-B01B-47C2-AAF1-3D38290F18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9999" y="3940021"/>
            <a:ext cx="396000" cy="39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68136C3-37A7-4311-9705-49E0C1351C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704" y="3963995"/>
            <a:ext cx="8100000" cy="360000"/>
          </a:xfrm>
        </p:spPr>
        <p:txBody>
          <a:bodyPr anchor="ctr">
            <a:norm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/>
              <a:t>Insert social media handle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251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000" y="699740"/>
            <a:ext cx="8640000" cy="57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000" y="1548000"/>
            <a:ext cx="8640000" cy="30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O_MASTER_black_mono_for_light_backg_RBG.png"/>
          <p:cNvPicPr>
            <a:picLocks noChangeAspect="1"/>
          </p:cNvPicPr>
          <p:nvPr userDrawn="1"/>
        </p:nvPicPr>
        <p:blipFill>
          <a:blip r:embed="rId24" cstate="print"/>
          <a:stretch>
            <a:fillRect/>
          </a:stretch>
        </p:blipFill>
        <p:spPr>
          <a:xfrm>
            <a:off x="183946" y="54592"/>
            <a:ext cx="1802343" cy="5652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Rectangle 8"/>
          <p:cNvSpPr/>
          <p:nvPr userDrawn="1"/>
        </p:nvSpPr>
        <p:spPr>
          <a:xfrm>
            <a:off x="0" y="4735773"/>
            <a:ext cx="9144000" cy="407727"/>
          </a:xfrm>
          <a:prstGeom prst="rect">
            <a:avLst/>
          </a:prstGeom>
          <a:solidFill>
            <a:srgbClr val="C4E90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 algn="l" defTabSz="450850">
              <a:tabLst/>
            </a:pPr>
            <a:r>
              <a:rPr lang="fr-BE" sz="800">
                <a:solidFill>
                  <a:schemeClr val="tx1"/>
                </a:solidFill>
              </a:rPr>
              <a:t>	</a:t>
            </a:r>
            <a:endParaRPr lang="en-GB" sz="8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851910" y="4802317"/>
            <a:ext cx="143637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E5F9FE41-C8F9-47EF-94C3-C489748B47D0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2" descr="Welcome to ESMValTool's documentation! — ESMValTool  2.10.0.dev0+g35c4fcfdc.d20230706 documentation">
            <a:extLst>
              <a:ext uri="{FF2B5EF4-FFF2-40B4-BE49-F238E27FC236}">
                <a16:creationId xmlns:a16="http://schemas.microsoft.com/office/drawing/2014/main" id="{1E89A55B-A3D2-7F2A-3897-4518F9AD61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792" y="130759"/>
            <a:ext cx="1448647" cy="41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65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6" r:id="rId2"/>
    <p:sldLayoutId id="2147483659" r:id="rId3"/>
    <p:sldLayoutId id="2147483681" r:id="rId4"/>
    <p:sldLayoutId id="2147483684" r:id="rId5"/>
    <p:sldLayoutId id="2147483682" r:id="rId6"/>
    <p:sldLayoutId id="2147483685" r:id="rId7"/>
    <p:sldLayoutId id="2147483660" r:id="rId8"/>
    <p:sldLayoutId id="2147483662" r:id="rId9"/>
    <p:sldLayoutId id="2147483670" r:id="rId10"/>
    <p:sldLayoutId id="2147483669" r:id="rId11"/>
    <p:sldLayoutId id="2147483668" r:id="rId12"/>
    <p:sldLayoutId id="2147483664" r:id="rId13"/>
    <p:sldLayoutId id="2147483671" r:id="rId14"/>
    <p:sldLayoutId id="2147483665" r:id="rId15"/>
    <p:sldLayoutId id="2147483677" r:id="rId16"/>
    <p:sldLayoutId id="2147483672" r:id="rId17"/>
    <p:sldLayoutId id="2147483676" r:id="rId18"/>
    <p:sldLayoutId id="2147483674" r:id="rId19"/>
    <p:sldLayoutId id="2147483675" r:id="rId20"/>
    <p:sldLayoutId id="2147483673" r:id="rId21"/>
    <p:sldLayoutId id="2147483683" r:id="rId2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carpentries/styles" TargetMode="External"/><Relationship Id="rId4" Type="http://schemas.openxmlformats.org/officeDocument/2006/relationships/hyperlink" Target="https://carpentries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arpentries.github.io/lesson-example/setup.html#linux-ubuntu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arpentries.github.io/lesson-example/04-formatting/index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arpentries.github.io/lesson-example/04-formatting/index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arpentries.github.io/lesson-exampl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swcarpentry.github.io/shell-novice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arpentries.github.io/workbench/transition-guide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ESMValGroup/ESMValTool_Tutorial/issues/335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ESMValGroup/ESMValTool_Tutorial/issues/345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pydata-sphinx-theme.readthedocs.io/en/stable/user_guide/extending.html#custom-admonition-styles" TargetMode="External"/><Relationship Id="rId3" Type="http://schemas.openxmlformats.org/officeDocument/2006/relationships/hyperlink" Target="https://pydata-sphinx-theme.readthedocs.io/en/stable/examples/kitchen-sink/blocks.html#code-block" TargetMode="External"/><Relationship Id="rId7" Type="http://schemas.openxmlformats.org/officeDocument/2006/relationships/hyperlink" Target="https://pydata-sphinx-theme.readthedocs.io/en/stable/user_guide/extending.html#collapsible-admonition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pydata-sphinx-theme.readthedocs.io/en/stable/examples/kitchen-sink/admonitions.html" TargetMode="External"/><Relationship Id="rId5" Type="http://schemas.openxmlformats.org/officeDocument/2006/relationships/hyperlink" Target="https://pydata-sphinx-theme.readthedocs.io/en/stable/user_guide/theme-elements.html#inline-code" TargetMode="External"/><Relationship Id="rId4" Type="http://schemas.openxmlformats.org/officeDocument/2006/relationships/hyperlink" Target="https://pydata-sphinx-theme.readthedocs.io/en/stable/user_guide/theme-elements.html#code-blocks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1E6D4B-47D8-49C0-9204-70D4C19F5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" y="698399"/>
            <a:ext cx="4036465" cy="1492067"/>
          </a:xfrm>
        </p:spPr>
        <p:txBody>
          <a:bodyPr>
            <a:normAutofit/>
          </a:bodyPr>
          <a:lstStyle/>
          <a:p>
            <a:r>
              <a:rPr lang="en-GB" dirty="0"/>
              <a:t>ESMValTool Tutorial: Moving away from Software Carpentry</a:t>
            </a:r>
            <a:endParaRPr lang="en-GB" dirty="0">
              <a:cs typeface="Arial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BA0585E-1C6C-4744-ADDD-352E68686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00" y="2743972"/>
            <a:ext cx="4333648" cy="14920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Emma Hogan</a:t>
            </a:r>
          </a:p>
          <a:p>
            <a:r>
              <a:rPr lang="en-GB" dirty="0"/>
              <a:t>ESMValTool Workshop</a:t>
            </a:r>
            <a:endParaRPr lang="en-GB" dirty="0">
              <a:cs typeface="Arial"/>
            </a:endParaRPr>
          </a:p>
          <a:p>
            <a:r>
              <a:rPr lang="en-GB" dirty="0"/>
              <a:t>Wednesday, November 19, 2025</a:t>
            </a:r>
            <a:endParaRPr lang="en-GB" dirty="0">
              <a:cs typeface="Arial"/>
            </a:endParaRPr>
          </a:p>
          <a:p>
            <a:r>
              <a:rPr lang="en-GB" dirty="0"/>
              <a:t>11:00 - 11:30 CET</a:t>
            </a:r>
          </a:p>
        </p:txBody>
      </p:sp>
    </p:spTree>
    <p:extLst>
      <p:ext uri="{BB962C8B-B14F-4D97-AF65-F5344CB8AC3E}">
        <p14:creationId xmlns:p14="http://schemas.microsoft.com/office/powerpoint/2010/main" val="997800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C77BE3-BF2F-3B83-C6F3-0F6F1374E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🛠️ESMValTool Tutorial: current tooling [5 mins]</a:t>
            </a:r>
          </a:p>
          <a:p>
            <a:r>
              <a:rPr lang="en-GB" dirty="0"/>
              <a:t>❗The problem [5 mins]</a:t>
            </a:r>
          </a:p>
          <a:p>
            <a:r>
              <a:rPr lang="en-GB" dirty="0"/>
              <a:t>💡Potential solution [5 mins]</a:t>
            </a:r>
          </a:p>
          <a:p>
            <a:r>
              <a:rPr lang="en-GB" dirty="0"/>
              <a:t>🔍Feature analysis of potential solution [5 mins]</a:t>
            </a:r>
          </a:p>
          <a:p>
            <a:r>
              <a:rPr lang="en-GB" dirty="0"/>
              <a:t>❓Questions [10 minutes]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ED0D29-BEBF-4B15-FEB8-89469630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7821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174EE7-63C2-B8E8-C67C-1879E9EF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🛠️ESMValTool Tutorial: current tooling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46967A-9845-546F-E7E5-B4CE63C4ED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341"/>
          <a:stretch>
            <a:fillRect/>
          </a:stretch>
        </p:blipFill>
        <p:spPr>
          <a:xfrm>
            <a:off x="473273" y="1275740"/>
            <a:ext cx="8197453" cy="33257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45DB81-E90B-3537-423E-6203093EAFAC}"/>
              </a:ext>
            </a:extLst>
          </p:cNvPr>
          <p:cNvSpPr txBox="1"/>
          <p:nvPr/>
        </p:nvSpPr>
        <p:spPr>
          <a:xfrm>
            <a:off x="1946246" y="4757390"/>
            <a:ext cx="7197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dirty="0">
                <a:hlinkClick r:id="rId4"/>
              </a:rPr>
              <a:t>The </a:t>
            </a:r>
            <a:r>
              <a:rPr lang="fr-FR" dirty="0" err="1">
                <a:hlinkClick r:id="rId4"/>
              </a:rPr>
              <a:t>Carpentries</a:t>
            </a:r>
            <a:r>
              <a:rPr lang="fr-FR" dirty="0"/>
              <a:t>: </a:t>
            </a:r>
            <a:r>
              <a:rPr lang="fr-FR" dirty="0" err="1">
                <a:hlinkClick r:id="rId5"/>
              </a:rPr>
              <a:t>carpentries</a:t>
            </a:r>
            <a:r>
              <a:rPr lang="fr-FR" dirty="0">
                <a:hlinkClick r:id="rId5"/>
              </a:rPr>
              <a:t>/styles</a:t>
            </a:r>
            <a:r>
              <a:rPr lang="fr-FR" dirty="0"/>
              <a:t> </a:t>
            </a:r>
            <a:r>
              <a:rPr lang="fr-FR" dirty="0" err="1"/>
              <a:t>lesson</a:t>
            </a:r>
            <a:r>
              <a:rPr lang="fr-FR" dirty="0"/>
              <a:t> infrastructure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313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7F5B32-85B2-D503-C700-B43B4A6EC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🛠️ESMValTool Tutorial: current tooling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5F795-C48C-FC82-FC8E-CDE268E70C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91" t="1670" r="7793" b="41587"/>
          <a:stretch>
            <a:fillRect/>
          </a:stretch>
        </p:blipFill>
        <p:spPr>
          <a:xfrm>
            <a:off x="123471" y="1275740"/>
            <a:ext cx="8897058" cy="34015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DFC2E7-A0ED-3A3F-B411-4B3FCA4F2856}"/>
              </a:ext>
            </a:extLst>
          </p:cNvPr>
          <p:cNvSpPr txBox="1"/>
          <p:nvPr/>
        </p:nvSpPr>
        <p:spPr>
          <a:xfrm>
            <a:off x="1375795" y="4757390"/>
            <a:ext cx="7768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hlinkClick r:id="rId4"/>
              </a:rPr>
              <a:t>https://carpentries.github.io/lesson-example/setup.html#linux-ubuntu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708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506D7E-80E0-0AB6-8E25-2CC71F7F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🛠️ESMValTool Tutorial: current tooling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4CAC6-D84B-F964-1242-2E94C95DCE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4"/>
          <a:stretch>
            <a:fillRect/>
          </a:stretch>
        </p:blipFill>
        <p:spPr>
          <a:xfrm>
            <a:off x="8389" y="1275740"/>
            <a:ext cx="9127222" cy="3183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A96679-1448-1A5A-9964-B747036BB9B0}"/>
              </a:ext>
            </a:extLst>
          </p:cNvPr>
          <p:cNvSpPr txBox="1"/>
          <p:nvPr/>
        </p:nvSpPr>
        <p:spPr>
          <a:xfrm>
            <a:off x="1258349" y="4757390"/>
            <a:ext cx="7877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hlinkClick r:id="rId4"/>
              </a:rPr>
              <a:t>https://carpentries.github.io/lesson-example/04-formatting/index.html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3341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CED6AE-32A6-37D3-8CD3-F0F8DCFB0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🛠️ESMValTool Tutorial: current tooling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D2059C-AE8C-A15F-E34A-50F06A4B2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" y="1275740"/>
            <a:ext cx="9126000" cy="30833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CF5674-F6FB-15E1-AD36-F23DA4909535}"/>
              </a:ext>
            </a:extLst>
          </p:cNvPr>
          <p:cNvSpPr txBox="1"/>
          <p:nvPr/>
        </p:nvSpPr>
        <p:spPr>
          <a:xfrm>
            <a:off x="1258349" y="4757390"/>
            <a:ext cx="7877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hlinkClick r:id="rId3"/>
              </a:rPr>
              <a:t>https://carpentries.github.io/lesson-example/04-formatting/index.html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397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7B6D4F-D114-2DAB-69E1-E93FB163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❗The problem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6C770-9AE7-BCD1-9116-EE266E441CFD}"/>
              </a:ext>
            </a:extLst>
          </p:cNvPr>
          <p:cNvSpPr txBox="1"/>
          <p:nvPr/>
        </p:nvSpPr>
        <p:spPr>
          <a:xfrm>
            <a:off x="3246540" y="4757390"/>
            <a:ext cx="5897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hlinkClick r:id="rId3"/>
              </a:rPr>
              <a:t>https://carpentries.github.io/lesson-example/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6C6D86-744D-C643-E653-C3AB268DBB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98" r="6736"/>
          <a:stretch>
            <a:fillRect/>
          </a:stretch>
        </p:blipFill>
        <p:spPr>
          <a:xfrm>
            <a:off x="7140" y="1577962"/>
            <a:ext cx="9129720" cy="265869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121407E-78D8-0497-7C4B-9AAD8C1F63C5}"/>
              </a:ext>
            </a:extLst>
          </p:cNvPr>
          <p:cNvSpPr/>
          <p:nvPr/>
        </p:nvSpPr>
        <p:spPr>
          <a:xfrm rot="8670049">
            <a:off x="6012867" y="2230430"/>
            <a:ext cx="1016132" cy="68264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596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3DD6BB-01B2-89B6-39D4-1492603DB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5B436-CE34-A1D0-5D0D-FF9A910CF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3187"/>
            <a:ext cx="9144000" cy="41177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39AA24-94D0-9AEE-8764-953187587F8B}"/>
              </a:ext>
            </a:extLst>
          </p:cNvPr>
          <p:cNvSpPr txBox="1"/>
          <p:nvPr/>
        </p:nvSpPr>
        <p:spPr>
          <a:xfrm>
            <a:off x="4563612" y="4757390"/>
            <a:ext cx="4580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hlinkClick r:id="rId4"/>
              </a:rPr>
              <a:t>https://swcarpentry.github.io/shell-novice/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7540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0E109C-DBE0-6657-4421-656B5D3E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❗The problem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3BADD-50F9-78F9-3E9F-4E3CB90DB7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420"/>
          <a:stretch>
            <a:fillRect/>
          </a:stretch>
        </p:blipFill>
        <p:spPr>
          <a:xfrm>
            <a:off x="0" y="1393186"/>
            <a:ext cx="9144000" cy="30781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7F2C14-7CC5-BE61-A99A-A357FD2D391F}"/>
              </a:ext>
            </a:extLst>
          </p:cNvPr>
          <p:cNvSpPr txBox="1"/>
          <p:nvPr/>
        </p:nvSpPr>
        <p:spPr>
          <a:xfrm>
            <a:off x="2667700" y="4757390"/>
            <a:ext cx="6476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hlinkClick r:id="rId4"/>
              </a:rPr>
              <a:t>https://carpentries.github.io/workbench/transition-guide.html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2972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96CA20-259B-46A9-F39E-CD806FB83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0" y="633136"/>
            <a:ext cx="8820000" cy="40398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70AF94-FCC9-AB76-66F2-ED57FCA25B1C}"/>
              </a:ext>
            </a:extLst>
          </p:cNvPr>
          <p:cNvSpPr txBox="1"/>
          <p:nvPr/>
        </p:nvSpPr>
        <p:spPr>
          <a:xfrm>
            <a:off x="2030136" y="4757390"/>
            <a:ext cx="7113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hlinkClick r:id="rId4"/>
              </a:rPr>
              <a:t>https://github.com/ESMValGroup/ESMValTool_Tutorial/issues/335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347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purple and blue suit&#10;&#10;AI-generated content may be incorrect.">
            <a:extLst>
              <a:ext uri="{FF2B5EF4-FFF2-40B4-BE49-F238E27FC236}">
                <a16:creationId xmlns:a16="http://schemas.microsoft.com/office/drawing/2014/main" id="{8ABD6CD9-9B88-491B-8FC1-E56DD11A0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114" y="541615"/>
            <a:ext cx="4135772" cy="413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7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399C4E-0F9D-A8FC-17D4-271A61EB0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➡️ We need to move away from the old “carpentries/styles” lesson infrastructure:</a:t>
            </a:r>
          </a:p>
          <a:p>
            <a:pPr lvl="1"/>
            <a:r>
              <a:rPr lang="en-GB" sz="2000" dirty="0"/>
              <a:t>✖️It is no longer supported by The Carpentries Core Team</a:t>
            </a:r>
          </a:p>
          <a:p>
            <a:pPr lvl="1"/>
            <a:r>
              <a:rPr lang="en-GB" sz="2000" dirty="0"/>
              <a:t>💎The Ruby-based installation is difficult to create, update and maintain</a:t>
            </a:r>
          </a:p>
          <a:p>
            <a:pPr lvl="1"/>
            <a:r>
              <a:rPr lang="en-GB" sz="2000" dirty="0"/>
              <a:t>📝 Lessons are written in Markdown, but with specific format requirements and additional syntax to enable features</a:t>
            </a:r>
          </a:p>
          <a:p>
            <a:r>
              <a:rPr lang="en-GB" dirty="0"/>
              <a:t>🔀However, the Transition Guide for the “The Carpentries Workbench” did not work for me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95FF90-68E0-5335-9C6D-9A99801C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❗The problem: a summary</a:t>
            </a:r>
          </a:p>
        </p:txBody>
      </p:sp>
    </p:spTree>
    <p:extLst>
      <p:ext uri="{BB962C8B-B14F-4D97-AF65-F5344CB8AC3E}">
        <p14:creationId xmlns:p14="http://schemas.microsoft.com/office/powerpoint/2010/main" val="226973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DA5863-1061-C864-0571-4ADEF69C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0" y="640763"/>
            <a:ext cx="8820000" cy="4000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B9BAAF-B33F-13D5-E099-248BD15FE593}"/>
              </a:ext>
            </a:extLst>
          </p:cNvPr>
          <p:cNvSpPr txBox="1"/>
          <p:nvPr/>
        </p:nvSpPr>
        <p:spPr>
          <a:xfrm>
            <a:off x="1249960" y="4757390"/>
            <a:ext cx="7894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hlinkClick r:id="rId4"/>
              </a:rPr>
              <a:t>https://github.com/ESMValGroup/ESMValTool_Tutorial/issues/345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58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CDC4F0-DE81-F132-0D5D-6E0A549C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" y="1578256"/>
            <a:ext cx="4460227" cy="2008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D0191-63FD-C020-5E2E-0896A1251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864" y="2713636"/>
            <a:ext cx="4684136" cy="19989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BF6A12-6437-2CA1-6991-DEC7536DC9CF}"/>
              </a:ext>
            </a:extLst>
          </p:cNvPr>
          <p:cNvSpPr txBox="1"/>
          <p:nvPr/>
        </p:nvSpPr>
        <p:spPr>
          <a:xfrm>
            <a:off x="1728132" y="3811088"/>
            <a:ext cx="1260000" cy="646331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dirty="0"/>
              <a:t>Primary Sidebar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10EC67-397B-C073-14D0-44F52611F0E1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1258349" y="3718899"/>
            <a:ext cx="469783" cy="415355"/>
          </a:xfrm>
          <a:prstGeom prst="straightConnector1">
            <a:avLst/>
          </a:prstGeom>
          <a:ln w="57150">
            <a:solidFill>
              <a:srgbClr val="92D05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EBAC5B-903B-33DF-ABD3-CDAB14869D8F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2988132" y="3713118"/>
            <a:ext cx="1471732" cy="421136"/>
          </a:xfrm>
          <a:prstGeom prst="straightConnector1">
            <a:avLst/>
          </a:prstGeom>
          <a:ln w="57150">
            <a:solidFill>
              <a:srgbClr val="92D05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49C3DF2-C830-AFF0-270F-34072BE5BB18}"/>
              </a:ext>
            </a:extLst>
          </p:cNvPr>
          <p:cNvSpPr txBox="1"/>
          <p:nvPr/>
        </p:nvSpPr>
        <p:spPr>
          <a:xfrm>
            <a:off x="1371965" y="657124"/>
            <a:ext cx="1260000" cy="648000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dirty="0"/>
              <a:t>Logo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C53E933-3AF9-CAE4-73BD-A60F44293456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11394" y="981124"/>
            <a:ext cx="960571" cy="597132"/>
          </a:xfrm>
          <a:prstGeom prst="straightConnector1">
            <a:avLst/>
          </a:prstGeom>
          <a:ln w="57150">
            <a:solidFill>
              <a:srgbClr val="FFC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40DCD9-1367-A7A7-D207-7DCB8938D80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631965" y="981124"/>
            <a:ext cx="2049094" cy="1685991"/>
          </a:xfrm>
          <a:prstGeom prst="straightConnector1">
            <a:avLst/>
          </a:prstGeom>
          <a:ln w="57150">
            <a:solidFill>
              <a:srgbClr val="FFC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7CB6310-8782-A9FE-A239-79322FCECC15}"/>
              </a:ext>
            </a:extLst>
          </p:cNvPr>
          <p:cNvSpPr txBox="1"/>
          <p:nvPr/>
        </p:nvSpPr>
        <p:spPr>
          <a:xfrm>
            <a:off x="3949897" y="562593"/>
            <a:ext cx="1260000" cy="646331"/>
          </a:xfrm>
          <a:prstGeom prst="rect">
            <a:avLst/>
          </a:prstGeom>
          <a:solidFill>
            <a:srgbClr val="00B0F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Section links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5F685F-57C9-AEF8-5DD4-5D425AD87268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1375793" y="885759"/>
            <a:ext cx="2574104" cy="830996"/>
          </a:xfrm>
          <a:prstGeom prst="straightConnector1">
            <a:avLst/>
          </a:prstGeom>
          <a:ln w="571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004CE69-F624-854F-0ABA-3E65538F087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209897" y="885759"/>
            <a:ext cx="1066493" cy="1781356"/>
          </a:xfrm>
          <a:prstGeom prst="straightConnector1">
            <a:avLst/>
          </a:prstGeom>
          <a:ln w="571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6003201-937A-9A5C-6958-284061220885}"/>
              </a:ext>
            </a:extLst>
          </p:cNvPr>
          <p:cNvSpPr txBox="1"/>
          <p:nvPr/>
        </p:nvSpPr>
        <p:spPr>
          <a:xfrm>
            <a:off x="6890082" y="799845"/>
            <a:ext cx="1260000" cy="646331"/>
          </a:xfrm>
          <a:prstGeom prst="rect">
            <a:avLst/>
          </a:prstGeom>
          <a:solidFill>
            <a:srgbClr val="7030A0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Dark / light mode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CAF7FCC-6DAD-67F8-CB30-82E231B247D7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3913304" y="1123011"/>
            <a:ext cx="2976778" cy="491443"/>
          </a:xfrm>
          <a:prstGeom prst="straightConnector1">
            <a:avLst/>
          </a:prstGeom>
          <a:ln w="57150">
            <a:solidFill>
              <a:srgbClr val="7030A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1EAB868-5AEB-18CF-2CFF-A27A6E0E06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8150082" y="1123011"/>
            <a:ext cx="846223" cy="1573847"/>
          </a:xfrm>
          <a:prstGeom prst="straightConnector1">
            <a:avLst/>
          </a:prstGeom>
          <a:ln w="57150">
            <a:solidFill>
              <a:srgbClr val="7030A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47AA63A-969B-7B72-7F02-55CC08C78CC0}"/>
              </a:ext>
            </a:extLst>
          </p:cNvPr>
          <p:cNvSpPr txBox="1"/>
          <p:nvPr/>
        </p:nvSpPr>
        <p:spPr>
          <a:xfrm>
            <a:off x="6409193" y="1815270"/>
            <a:ext cx="1260000" cy="648000"/>
          </a:xfrm>
          <a:prstGeom prst="rect">
            <a:avLst/>
          </a:prstGeom>
          <a:solidFill>
            <a:srgbClr val="C00000">
              <a:alpha val="50000"/>
            </a:srgb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dirty="0"/>
              <a:t>Search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30F23A7-343E-F632-196D-461AAA62F2A7}"/>
              </a:ext>
            </a:extLst>
          </p:cNvPr>
          <p:cNvCxnSpPr>
            <a:cxnSpLocks/>
            <a:stCxn id="54" idx="1"/>
          </p:cNvCxnSpPr>
          <p:nvPr/>
        </p:nvCxnSpPr>
        <p:spPr>
          <a:xfrm flipH="1" flipV="1">
            <a:off x="4459864" y="1864820"/>
            <a:ext cx="1949329" cy="274450"/>
          </a:xfrm>
          <a:prstGeom prst="straightConnector1">
            <a:avLst/>
          </a:prstGeom>
          <a:ln w="57150">
            <a:solidFill>
              <a:srgbClr val="C0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2109C71-9014-E44B-2A23-5DDE12118BF3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7669193" y="2139270"/>
            <a:ext cx="613692" cy="574366"/>
          </a:xfrm>
          <a:prstGeom prst="straightConnector1">
            <a:avLst/>
          </a:prstGeom>
          <a:ln w="57150">
            <a:solidFill>
              <a:srgbClr val="C0000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171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25" grpId="0" animBg="1"/>
      <p:bldP spid="44" grpId="0" animBg="1"/>
      <p:bldP spid="5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6F07C8-84FF-86C3-8AC2-80D674A63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b="1" dirty="0"/>
              <a:t>🟰Familiarity</a:t>
            </a:r>
            <a:r>
              <a:rPr lang="en-GB" dirty="0"/>
              <a:t>:</a:t>
            </a:r>
          </a:p>
          <a:p>
            <a:pPr lvl="1"/>
            <a:r>
              <a:rPr lang="en-GB" sz="2000" dirty="0"/>
              <a:t>📝for the developers: structure and syntax would be the same</a:t>
            </a:r>
          </a:p>
          <a:p>
            <a:pPr lvl="1"/>
            <a:r>
              <a:rPr lang="en-GB" sz="2000" dirty="0"/>
              <a:t>👤for the learners: theme and layout would be the same</a:t>
            </a:r>
          </a:p>
          <a:p>
            <a:r>
              <a:rPr lang="en-GB" b="1" dirty="0"/>
              <a:t>🛠️Less maintenance of tutorials</a:t>
            </a:r>
            <a:r>
              <a:rPr lang="en-GB" dirty="0"/>
              <a:t>:</a:t>
            </a:r>
          </a:p>
          <a:p>
            <a:pPr lvl="1"/>
            <a:r>
              <a:rPr lang="en-GB" sz="2000" dirty="0"/>
              <a:t>🌍for all: architecture: fits into the </a:t>
            </a:r>
            <a:r>
              <a:rPr lang="en-GB" sz="2000" dirty="0" err="1"/>
              <a:t>Diátaxis</a:t>
            </a:r>
            <a:r>
              <a:rPr lang="en-GB" sz="2000" dirty="0"/>
              <a:t> structure perfectly</a:t>
            </a:r>
          </a:p>
          <a:p>
            <a:pPr lvl="1"/>
            <a:r>
              <a:rPr lang="en-GB" sz="2000" dirty="0"/>
              <a:t>📝for the developers: content: update at the same time as the code</a:t>
            </a:r>
          </a:p>
          <a:p>
            <a:r>
              <a:rPr lang="en-GB" b="1" dirty="0"/>
              <a:t>🛠️Less maintenance of environments</a:t>
            </a:r>
            <a:r>
              <a:rPr lang="en-GB" dirty="0"/>
              <a:t>:</a:t>
            </a:r>
          </a:p>
          <a:p>
            <a:pPr lvl="1"/>
            <a:r>
              <a:rPr lang="en-GB" sz="2000" dirty="0"/>
              <a:t>📝for the developers: use the usual ESMValTool environment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F69D6E-6D64-7F44-3079-88963775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💡Potential solution: the benefits</a:t>
            </a:r>
          </a:p>
        </p:txBody>
      </p:sp>
    </p:spTree>
    <p:extLst>
      <p:ext uri="{BB962C8B-B14F-4D97-AF65-F5344CB8AC3E}">
        <p14:creationId xmlns:p14="http://schemas.microsoft.com/office/powerpoint/2010/main" val="270666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90BAA-59DB-37BA-F71C-2FB81D4D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8076AF-A9C2-E4FC-538F-3509ECF67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b="1" dirty="0"/>
              <a:t>☁️Hosting improvements</a:t>
            </a:r>
            <a:r>
              <a:rPr lang="en-GB" dirty="0"/>
              <a:t>:</a:t>
            </a:r>
          </a:p>
          <a:p>
            <a:pPr lvl="1"/>
            <a:r>
              <a:rPr lang="en-GB" sz="2000" dirty="0"/>
              <a:t>🌍for all: part of the documentation via Read the Docs (RTD)</a:t>
            </a:r>
          </a:p>
          <a:p>
            <a:pPr lvl="1"/>
            <a:r>
              <a:rPr lang="en-GB" sz="2000" dirty="0"/>
              <a:t>📝for the developers: changes would be reviewable via PRs</a:t>
            </a:r>
          </a:p>
          <a:p>
            <a:r>
              <a:rPr lang="en-GB" dirty="0"/>
              <a:t>♾️</a:t>
            </a:r>
            <a:r>
              <a:rPr lang="en-GB" b="1" dirty="0"/>
              <a:t>More contributions:</a:t>
            </a:r>
          </a:p>
          <a:p>
            <a:pPr lvl="1"/>
            <a:r>
              <a:rPr lang="en-GB" sz="2000" dirty="0"/>
              <a:t>🌍for all: new tutorials could be easily contributed</a:t>
            </a:r>
          </a:p>
          <a:p>
            <a:r>
              <a:rPr lang="en-GB" dirty="0"/>
              <a:t>The current ESMValTool Tutorial could be split:</a:t>
            </a:r>
          </a:p>
          <a:p>
            <a:pPr lvl="1"/>
            <a:r>
              <a:rPr lang="en-GB" sz="2000" dirty="0"/>
              <a:t>either into two (basic and advanced)</a:t>
            </a:r>
          </a:p>
          <a:p>
            <a:pPr lvl="1"/>
            <a:r>
              <a:rPr lang="en-GB" sz="2000" dirty="0"/>
              <a:t>or into many “bite-sized” tutorials that can be uniquely combined depending on the needs of the learners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662059-A4F6-86A6-F0D7-7643F831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💡Potential solution: the benefits</a:t>
            </a:r>
          </a:p>
        </p:txBody>
      </p:sp>
    </p:spTree>
    <p:extLst>
      <p:ext uri="{BB962C8B-B14F-4D97-AF65-F5344CB8AC3E}">
        <p14:creationId xmlns:p14="http://schemas.microsoft.com/office/powerpoint/2010/main" val="57319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9CCBB7-38D2-1414-EF1E-C34EF234F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Sphinx and the </a:t>
            </a:r>
            <a:r>
              <a:rPr lang="en-GB" dirty="0" err="1"/>
              <a:t>PyData</a:t>
            </a:r>
            <a:r>
              <a:rPr lang="en-GB" dirty="0"/>
              <a:t> theme offers:</a:t>
            </a:r>
          </a:p>
          <a:p>
            <a:pPr lvl="1"/>
            <a:r>
              <a:rPr lang="en-GB" sz="2000" dirty="0"/>
              <a:t>The use of both </a:t>
            </a:r>
            <a:r>
              <a:rPr lang="en-GB" sz="2000" dirty="0" err="1"/>
              <a:t>reStructuredText</a:t>
            </a:r>
            <a:r>
              <a:rPr lang="en-GB" sz="2000" dirty="0"/>
              <a:t> (</a:t>
            </a:r>
            <a:r>
              <a:rPr lang="en-GB" sz="2000" dirty="0" err="1"/>
              <a:t>reST</a:t>
            </a:r>
            <a:r>
              <a:rPr lang="en-GB" sz="2000" dirty="0"/>
              <a:t>) and Markdown</a:t>
            </a:r>
            <a:endParaRPr lang="en-GB" sz="2000" dirty="0">
              <a:hlinkClick r:id="rId3"/>
            </a:endParaRPr>
          </a:p>
          <a:p>
            <a:pPr lvl="1"/>
            <a:r>
              <a:rPr lang="en-GB" sz="2000" dirty="0">
                <a:hlinkClick r:id="rId4"/>
              </a:rPr>
              <a:t>Code blocks</a:t>
            </a:r>
            <a:r>
              <a:rPr lang="en-GB" sz="2000" dirty="0"/>
              <a:t> with </a:t>
            </a:r>
            <a:r>
              <a:rPr lang="en-GB" sz="2000" dirty="0">
                <a:hlinkClick r:id="rId5"/>
              </a:rPr>
              <a:t>syntax highlighting</a:t>
            </a:r>
            <a:endParaRPr lang="en-GB" sz="2000" dirty="0"/>
          </a:p>
          <a:p>
            <a:pPr lvl="1"/>
            <a:r>
              <a:rPr lang="en-GB" sz="2000" dirty="0">
                <a:hlinkClick r:id="rId6"/>
              </a:rPr>
              <a:t>Admonitions</a:t>
            </a:r>
            <a:endParaRPr lang="en-GB" sz="2000" dirty="0"/>
          </a:p>
          <a:p>
            <a:pPr lvl="1"/>
            <a:r>
              <a:rPr lang="en-GB" sz="2000" dirty="0"/>
              <a:t>In addition, the theme can be extended to enable:</a:t>
            </a:r>
          </a:p>
          <a:p>
            <a:pPr lvl="2"/>
            <a:r>
              <a:rPr lang="en-GB" sz="2000" dirty="0">
                <a:hlinkClick r:id="rId7"/>
              </a:rPr>
              <a:t>Collapsible admonitions</a:t>
            </a:r>
            <a:endParaRPr lang="en-GB" sz="2000" dirty="0"/>
          </a:p>
          <a:p>
            <a:pPr lvl="2"/>
            <a:r>
              <a:rPr lang="en-GB" sz="2000" dirty="0">
                <a:hlinkClick r:id="rId8"/>
              </a:rPr>
              <a:t>Custom admonition styles</a:t>
            </a:r>
            <a:endParaRPr lang="en-GB" sz="2000" dirty="0"/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CFFDF9-2826-8585-6E7F-32115E25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🔍Feature analysis of potential solution</a:t>
            </a:r>
          </a:p>
        </p:txBody>
      </p:sp>
    </p:spTree>
    <p:extLst>
      <p:ext uri="{BB962C8B-B14F-4D97-AF65-F5344CB8AC3E}">
        <p14:creationId xmlns:p14="http://schemas.microsoft.com/office/powerpoint/2010/main" val="211080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A25050-4C81-A397-EEB4-F697C6ACC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Have I convinced you? 🤪</a:t>
            </a:r>
          </a:p>
          <a:p>
            <a:r>
              <a:rPr lang="en-GB" dirty="0"/>
              <a:t>What other features from the “carpentries/styles” lesson infrastructure do you use?</a:t>
            </a:r>
          </a:p>
          <a:p>
            <a:r>
              <a:rPr lang="en-GB" dirty="0"/>
              <a:t>What concerns do you have?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0B338D-108B-44A3-AABC-E5CFF09C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❓Questions</a:t>
            </a:r>
          </a:p>
        </p:txBody>
      </p:sp>
    </p:spTree>
    <p:extLst>
      <p:ext uri="{BB962C8B-B14F-4D97-AF65-F5344CB8AC3E}">
        <p14:creationId xmlns:p14="http://schemas.microsoft.com/office/powerpoint/2010/main" val="181073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Met Office">
      <a:dk1>
        <a:srgbClr val="2A2A2A"/>
      </a:dk1>
      <a:lt1>
        <a:srgbClr val="B9DC0C"/>
      </a:lt1>
      <a:dk2>
        <a:srgbClr val="2A2A2A"/>
      </a:dk2>
      <a:lt2>
        <a:srgbClr val="FFFFFF"/>
      </a:lt2>
      <a:accent1>
        <a:srgbClr val="50B9A4"/>
      </a:accent1>
      <a:accent2>
        <a:srgbClr val="007AA9"/>
      </a:accent2>
      <a:accent3>
        <a:srgbClr val="E47452"/>
      </a:accent3>
      <a:accent4>
        <a:srgbClr val="A1A0AA"/>
      </a:accent4>
      <a:accent5>
        <a:srgbClr val="FFFFFF"/>
      </a:accent5>
      <a:accent6>
        <a:srgbClr val="FFFFFF"/>
      </a:accent6>
      <a:hlink>
        <a:srgbClr val="0673F9"/>
      </a:hlink>
      <a:folHlink>
        <a:srgbClr val="6F2735"/>
      </a:folHlink>
    </a:clrScheme>
    <a:fontScheme name="Met 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D14F082-2462-470F-AD03-C4C8B5397AB1}" vid="{E24BC3AF-8F2F-4D36-BBA7-A7888A2965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B3B4C1187EA9468B5A231BD79B1F65" ma:contentTypeVersion="7" ma:contentTypeDescription="Create a new document." ma:contentTypeScope="" ma:versionID="a3316aa9f1833a7e1ce932a4d83e0712">
  <xsd:schema xmlns:xsd="http://www.w3.org/2001/XMLSchema" xmlns:xs="http://www.w3.org/2001/XMLSchema" xmlns:p="http://schemas.microsoft.com/office/2006/metadata/properties" xmlns:ns2="ead836b6-6af1-4f9a-b22c-e2ae954b27cc" targetNamespace="http://schemas.microsoft.com/office/2006/metadata/properties" ma:root="true" ma:fieldsID="b15202337125beaf3ff7af9886522818" ns2:_="">
    <xsd:import namespace="ead836b6-6af1-4f9a-b22c-e2ae954b27cc"/>
    <xsd:element name="properties">
      <xsd:complexType>
        <xsd:sequence>
          <xsd:element name="documentManagement">
            <xsd:complexType>
              <xsd:all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d836b6-6af1-4f9a-b22c-e2ae954b27cc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2F3F96-FBE9-4A58-AE92-DCA6C68338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d836b6-6af1-4f9a-b22c-e2ae954b27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E6141B-AF14-4B40-A847-0F1379F459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CBD1F6-91C3-4A38-8FFC-56DD4FC2B3B7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ead836b6-6af1-4f9a-b22c-e2ae954b27c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17901</TotalTime>
  <Words>958</Words>
  <Application>Microsoft Office PowerPoint</Application>
  <PresentationFormat>On-screen Show (16:9)</PresentationFormat>
  <Paragraphs>100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ESMValTool Tutorial: Moving away from Software Carpentry</vt:lpstr>
      <vt:lpstr>Overview</vt:lpstr>
      <vt:lpstr>🛠️ESMValTool Tutorial: current tooling</vt:lpstr>
      <vt:lpstr>🛠️ESMValTool Tutorial: current tooling</vt:lpstr>
      <vt:lpstr>🛠️ESMValTool Tutorial: current tooling</vt:lpstr>
      <vt:lpstr>🛠️ESMValTool Tutorial: current tooling</vt:lpstr>
      <vt:lpstr>❗The problem</vt:lpstr>
      <vt:lpstr>PowerPoint Presentation</vt:lpstr>
      <vt:lpstr>❗The problem</vt:lpstr>
      <vt:lpstr>PowerPoint Presentation</vt:lpstr>
      <vt:lpstr>PowerPoint Presentation</vt:lpstr>
      <vt:lpstr>❗The problem: a summary</vt:lpstr>
      <vt:lpstr>PowerPoint Presentation</vt:lpstr>
      <vt:lpstr>PowerPoint Presentation</vt:lpstr>
      <vt:lpstr>💡Potential solution: the benefits</vt:lpstr>
      <vt:lpstr>💡Potential solution: the benefits</vt:lpstr>
      <vt:lpstr>🔍Feature analysis of potential solution</vt:lpstr>
      <vt:lpstr>❓Questions</vt:lpstr>
    </vt:vector>
  </TitlesOfParts>
  <Company>Met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Middleham, Ross</dc:creator>
  <cp:lastModifiedBy>Emma Hogan</cp:lastModifiedBy>
  <cp:revision>69</cp:revision>
  <dcterms:created xsi:type="dcterms:W3CDTF">2021-02-11T08:20:56Z</dcterms:created>
  <dcterms:modified xsi:type="dcterms:W3CDTF">2025-11-19T09:58:37Z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0x01010095B3B4C1187EA9468B5A231BD79B1F65</vt:lpwstr>
  </property>
  <property fmtid="{D5CDD505-2E9C-101B-9397-08002B2CF9AE}" pid="3" name="Order">
    <vt:r8>4814700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SharedWithUsers">
    <vt:lpwstr>746;#Tracey Marsh</vt:lpwstr>
  </property>
  <property fmtid="{D5CDD505-2E9C-101B-9397-08002B2CF9AE}" pid="9" name="MediaServiceImageTags">
    <vt:lpwstr/>
  </property>
  <property fmtid="{D5CDD505-2E9C-101B-9397-08002B2CF9AE}" pid="10" name="TaxCatchAl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p8802d33397b4f1688b4565458159d1a">
    <vt:lpwstr/>
  </property>
  <property fmtid="{D5CDD505-2E9C-101B-9397-08002B2CF9AE}" pid="14" name="ISO_x0020_Standard">
    <vt:lpwstr/>
  </property>
  <property fmtid="{D5CDD505-2E9C-101B-9397-08002B2CF9AE}" pid="15" name="lcf76f155ced4ddcb4097134ff3c332f">
    <vt:lpwstr/>
  </property>
  <property fmtid="{D5CDD505-2E9C-101B-9397-08002B2CF9AE}" pid="16" name="ISO Standard">
    <vt:lpwstr/>
  </property>
  <property fmtid="{D5CDD505-2E9C-101B-9397-08002B2CF9AE}" pid="17" name="TNA">
    <vt:lpwstr>Not of potential interest</vt:lpwstr>
  </property>
</Properties>
</file>