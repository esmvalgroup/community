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22"/>
  </p:notesMasterIdLst>
  <p:sldIdLst>
    <p:sldId id="287" r:id="rId5"/>
    <p:sldId id="327" r:id="rId6"/>
    <p:sldId id="330" r:id="rId7"/>
    <p:sldId id="331" r:id="rId8"/>
    <p:sldId id="317" r:id="rId9"/>
    <p:sldId id="332" r:id="rId10"/>
    <p:sldId id="340" r:id="rId11"/>
    <p:sldId id="342" r:id="rId12"/>
    <p:sldId id="334" r:id="rId13"/>
    <p:sldId id="337" r:id="rId14"/>
    <p:sldId id="338" r:id="rId15"/>
    <p:sldId id="336" r:id="rId16"/>
    <p:sldId id="339" r:id="rId17"/>
    <p:sldId id="344" r:id="rId18"/>
    <p:sldId id="333" r:id="rId19"/>
    <p:sldId id="343" r:id="rId20"/>
    <p:sldId id="326" r:id="rId2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D7F7"/>
    <a:srgbClr val="66CCFF"/>
    <a:srgbClr val="D34DD3"/>
    <a:srgbClr val="003365"/>
    <a:srgbClr val="FF99CC"/>
    <a:srgbClr val="FF9933"/>
    <a:srgbClr val="CCFF33"/>
    <a:srgbClr val="FFFF00"/>
    <a:srgbClr val="FF99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F40771-62C5-4B27-B533-88ECD2FBFA51}" v="120" dt="2025-11-18T10:32:16.263"/>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105" autoAdjust="0"/>
  </p:normalViewPr>
  <p:slideViewPr>
    <p:cSldViewPr snapToGrid="0">
      <p:cViewPr varScale="1">
        <p:scale>
          <a:sx n="87" d="100"/>
          <a:sy n="87" d="100"/>
        </p:scale>
        <p:origin x="22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gan, Emma" userId="S::emma.hogan@metoffice.gov.uk::bbc2d92f-30d5-4629-8143-c389355c56b3" providerId="AD" clId="Web-{B72532A8-A55B-D684-A359-8E57B01E31D1}"/>
    <pc:docChg chg="delSld modSld sldOrd">
      <pc:chgData name="Hogan, Emma" userId="S::emma.hogan@metoffice.gov.uk::bbc2d92f-30d5-4629-8143-c389355c56b3" providerId="AD" clId="Web-{B72532A8-A55B-D684-A359-8E57B01E31D1}" dt="2023-01-24T11:56:33.887" v="752" actId="20577"/>
      <pc:docMkLst>
        <pc:docMk/>
      </pc:docMkLst>
      <pc:sldChg chg="modSp">
        <pc:chgData name="Hogan, Emma" userId="S::emma.hogan@metoffice.gov.uk::bbc2d92f-30d5-4629-8143-c389355c56b3" providerId="AD" clId="Web-{B72532A8-A55B-D684-A359-8E57B01E31D1}" dt="2023-01-24T10:01:58.638" v="19" actId="20577"/>
        <pc:sldMkLst>
          <pc:docMk/>
          <pc:sldMk cId="997800256" sldId="287"/>
        </pc:sldMkLst>
      </pc:sldChg>
      <pc:sldChg chg="modSp">
        <pc:chgData name="Hogan, Emma" userId="S::emma.hogan@metoffice.gov.uk::bbc2d92f-30d5-4629-8143-c389355c56b3" providerId="AD" clId="Web-{B72532A8-A55B-D684-A359-8E57B01E31D1}" dt="2023-01-24T11:54:44.072" v="741" actId="20577"/>
        <pc:sldMkLst>
          <pc:docMk/>
          <pc:sldMk cId="650577767" sldId="310"/>
        </pc:sldMkLst>
      </pc:sldChg>
      <pc:sldChg chg="del">
        <pc:chgData name="Hogan, Emma" userId="S::emma.hogan@metoffice.gov.uk::bbc2d92f-30d5-4629-8143-c389355c56b3" providerId="AD" clId="Web-{B72532A8-A55B-D684-A359-8E57B01E31D1}" dt="2023-01-24T11:56:08.808" v="750"/>
        <pc:sldMkLst>
          <pc:docMk/>
          <pc:sldMk cId="2841850848" sldId="312"/>
        </pc:sldMkLst>
      </pc:sldChg>
      <pc:sldChg chg="modSp">
        <pc:chgData name="Hogan, Emma" userId="S::emma.hogan@metoffice.gov.uk::bbc2d92f-30d5-4629-8143-c389355c56b3" providerId="AD" clId="Web-{B72532A8-A55B-D684-A359-8E57B01E31D1}" dt="2023-01-24T11:35:56.082" v="397" actId="1076"/>
        <pc:sldMkLst>
          <pc:docMk/>
          <pc:sldMk cId="2594456067" sldId="314"/>
        </pc:sldMkLst>
      </pc:sldChg>
      <pc:sldChg chg="modSp ord addAnim delAnim">
        <pc:chgData name="Hogan, Emma" userId="S::emma.hogan@metoffice.gov.uk::bbc2d92f-30d5-4629-8143-c389355c56b3" providerId="AD" clId="Web-{B72532A8-A55B-D684-A359-8E57B01E31D1}" dt="2023-01-24T11:55:39.229" v="748" actId="20577"/>
        <pc:sldMkLst>
          <pc:docMk/>
          <pc:sldMk cId="2632552676" sldId="315"/>
        </pc:sldMkLst>
      </pc:sldChg>
      <pc:sldChg chg="modSp">
        <pc:chgData name="Hogan, Emma" userId="S::emma.hogan@metoffice.gov.uk::bbc2d92f-30d5-4629-8143-c389355c56b3" providerId="AD" clId="Web-{B72532A8-A55B-D684-A359-8E57B01E31D1}" dt="2023-01-24T11:56:00.542" v="749" actId="20577"/>
        <pc:sldMkLst>
          <pc:docMk/>
          <pc:sldMk cId="2395409213" sldId="317"/>
        </pc:sldMkLst>
      </pc:sldChg>
      <pc:sldChg chg="modSp">
        <pc:chgData name="Hogan, Emma" userId="S::emma.hogan@metoffice.gov.uk::bbc2d92f-30d5-4629-8143-c389355c56b3" providerId="AD" clId="Web-{B72532A8-A55B-D684-A359-8E57B01E31D1}" dt="2023-01-24T11:56:33.887" v="752" actId="20577"/>
        <pc:sldMkLst>
          <pc:docMk/>
          <pc:sldMk cId="3270548244" sldId="318"/>
        </pc:sldMkLst>
      </pc:sldChg>
    </pc:docChg>
  </pc:docChgLst>
  <pc:docChgLst>
    <pc:chgData name="Hogan, Emma" userId="S::emma.hogan@metoffice.gov.uk::bbc2d92f-30d5-4629-8143-c389355c56b3" providerId="AD" clId="Web-{71FEEE55-5D56-4818-F4C5-5B9BAEF6095A}"/>
    <pc:docChg chg="addSld delSld modSld sldOrd">
      <pc:chgData name="Hogan, Emma" userId="S::emma.hogan@metoffice.gov.uk::bbc2d92f-30d5-4629-8143-c389355c56b3" providerId="AD" clId="Web-{71FEEE55-5D56-4818-F4C5-5B9BAEF6095A}" dt="2022-09-14T21:22:27.225" v="1943" actId="20577"/>
      <pc:docMkLst>
        <pc:docMk/>
      </pc:docMkLst>
      <pc:sldChg chg="modSp">
        <pc:chgData name="Hogan, Emma" userId="S::emma.hogan@metoffice.gov.uk::bbc2d92f-30d5-4629-8143-c389355c56b3" providerId="AD" clId="Web-{71FEEE55-5D56-4818-F4C5-5B9BAEF6095A}" dt="2022-09-14T07:40:58.156" v="9" actId="20577"/>
        <pc:sldMkLst>
          <pc:docMk/>
          <pc:sldMk cId="997800256" sldId="287"/>
        </pc:sldMkLst>
      </pc:sldChg>
      <pc:sldChg chg="modSp">
        <pc:chgData name="Hogan, Emma" userId="S::emma.hogan@metoffice.gov.uk::bbc2d92f-30d5-4629-8143-c389355c56b3" providerId="AD" clId="Web-{71FEEE55-5D56-4818-F4C5-5B9BAEF6095A}" dt="2022-09-14T21:19:07.291" v="1927" actId="20577"/>
        <pc:sldMkLst>
          <pc:docMk/>
          <pc:sldMk cId="650577767" sldId="310"/>
        </pc:sldMkLst>
      </pc:sldChg>
      <pc:sldChg chg="del">
        <pc:chgData name="Hogan, Emma" userId="S::emma.hogan@metoffice.gov.uk::bbc2d92f-30d5-4629-8143-c389355c56b3" providerId="AD" clId="Web-{71FEEE55-5D56-4818-F4C5-5B9BAEF6095A}" dt="2022-09-14T07:41:21.517" v="11"/>
        <pc:sldMkLst>
          <pc:docMk/>
          <pc:sldMk cId="413927354" sldId="311"/>
        </pc:sldMkLst>
      </pc:sldChg>
      <pc:sldChg chg="modSp">
        <pc:chgData name="Hogan, Emma" userId="S::emma.hogan@metoffice.gov.uk::bbc2d92f-30d5-4629-8143-c389355c56b3" providerId="AD" clId="Web-{71FEEE55-5D56-4818-F4C5-5B9BAEF6095A}" dt="2022-09-14T20:48:54.522" v="1611" actId="20577"/>
        <pc:sldMkLst>
          <pc:docMk/>
          <pc:sldMk cId="2841850848" sldId="312"/>
        </pc:sldMkLst>
      </pc:sldChg>
      <pc:sldChg chg="del">
        <pc:chgData name="Hogan, Emma" userId="S::emma.hogan@metoffice.gov.uk::bbc2d92f-30d5-4629-8143-c389355c56b3" providerId="AD" clId="Web-{71FEEE55-5D56-4818-F4C5-5B9BAEF6095A}" dt="2022-09-14T07:44:45.591" v="19"/>
        <pc:sldMkLst>
          <pc:docMk/>
          <pc:sldMk cId="4063293407" sldId="313"/>
        </pc:sldMkLst>
      </pc:sldChg>
      <pc:sldChg chg="modSp">
        <pc:chgData name="Hogan, Emma" userId="S::emma.hogan@metoffice.gov.uk::bbc2d92f-30d5-4629-8143-c389355c56b3" providerId="AD" clId="Web-{71FEEE55-5D56-4818-F4C5-5B9BAEF6095A}" dt="2022-09-14T21:08:39.215" v="1838" actId="20577"/>
        <pc:sldMkLst>
          <pc:docMk/>
          <pc:sldMk cId="2594456067" sldId="314"/>
        </pc:sldMkLst>
      </pc:sldChg>
      <pc:sldChg chg="modSp">
        <pc:chgData name="Hogan, Emma" userId="S::emma.hogan@metoffice.gov.uk::bbc2d92f-30d5-4629-8143-c389355c56b3" providerId="AD" clId="Web-{71FEEE55-5D56-4818-F4C5-5B9BAEF6095A}" dt="2022-09-14T21:22:27.225" v="1943" actId="20577"/>
        <pc:sldMkLst>
          <pc:docMk/>
          <pc:sldMk cId="2632552676" sldId="315"/>
        </pc:sldMkLst>
      </pc:sldChg>
      <pc:sldChg chg="modSp">
        <pc:chgData name="Hogan, Emma" userId="S::emma.hogan@metoffice.gov.uk::bbc2d92f-30d5-4629-8143-c389355c56b3" providerId="AD" clId="Web-{71FEEE55-5D56-4818-F4C5-5B9BAEF6095A}" dt="2022-09-14T20:46:15.243" v="1565" actId="20577"/>
        <pc:sldMkLst>
          <pc:docMk/>
          <pc:sldMk cId="2395409213" sldId="317"/>
        </pc:sldMkLst>
      </pc:sldChg>
      <pc:sldChg chg="modSp">
        <pc:chgData name="Hogan, Emma" userId="S::emma.hogan@metoffice.gov.uk::bbc2d92f-30d5-4629-8143-c389355c56b3" providerId="AD" clId="Web-{71FEEE55-5D56-4818-F4C5-5B9BAEF6095A}" dt="2022-09-14T20:47:45.514" v="1570" actId="20577"/>
        <pc:sldMkLst>
          <pc:docMk/>
          <pc:sldMk cId="3270548244" sldId="318"/>
        </pc:sldMkLst>
      </pc:sldChg>
      <pc:sldChg chg="modSp add del replId">
        <pc:chgData name="Hogan, Emma" userId="S::emma.hogan@metoffice.gov.uk::bbc2d92f-30d5-4629-8143-c389355c56b3" providerId="AD" clId="Web-{71FEEE55-5D56-4818-F4C5-5B9BAEF6095A}" dt="2022-09-14T19:34:04.380" v="321"/>
        <pc:sldMkLst>
          <pc:docMk/>
          <pc:sldMk cId="2016125874" sldId="319"/>
        </pc:sldMkLst>
      </pc:sldChg>
      <pc:sldChg chg="modSp add del ord replId addAnim delAnim">
        <pc:chgData name="Hogan, Emma" userId="S::emma.hogan@metoffice.gov.uk::bbc2d92f-30d5-4629-8143-c389355c56b3" providerId="AD" clId="Web-{71FEEE55-5D56-4818-F4C5-5B9BAEF6095A}" dt="2022-09-14T20:46:05.492" v="1563"/>
        <pc:sldMkLst>
          <pc:docMk/>
          <pc:sldMk cId="2528051681" sldId="319"/>
        </pc:sldMkLst>
      </pc:sldChg>
    </pc:docChg>
  </pc:docChgLst>
  <pc:docChgLst>
    <pc:chgData name="Emma Hogan" userId="bbc2d92f-30d5-4629-8143-c389355c56b3" providerId="ADAL" clId="{116A819F-23C2-419D-8C8D-561F79F7CD19}"/>
    <pc:docChg chg="undo redo custSel addSld delSld modSld sldOrd modMainMaster">
      <pc:chgData name="Emma Hogan" userId="bbc2d92f-30d5-4629-8143-c389355c56b3" providerId="ADAL" clId="{116A819F-23C2-419D-8C8D-561F79F7CD19}" dt="2025-11-18T10:33:29.703" v="9360" actId="1038"/>
      <pc:docMkLst>
        <pc:docMk/>
      </pc:docMkLst>
      <pc:sldChg chg="addSp delSp modSp mod addAnim delAnim modAnim">
        <pc:chgData name="Emma Hogan" userId="bbc2d92f-30d5-4629-8143-c389355c56b3" providerId="ADAL" clId="{116A819F-23C2-419D-8C8D-561F79F7CD19}" dt="2025-11-15T16:16:24.011" v="7924" actId="20577"/>
        <pc:sldMkLst>
          <pc:docMk/>
          <pc:sldMk cId="2395409213" sldId="317"/>
        </pc:sldMkLst>
        <pc:spChg chg="mod">
          <ac:chgData name="Emma Hogan" userId="bbc2d92f-30d5-4629-8143-c389355c56b3" providerId="ADAL" clId="{116A819F-23C2-419D-8C8D-561F79F7CD19}" dt="2025-11-05T11:34:29.394" v="969" actId="20577"/>
          <ac:spMkLst>
            <pc:docMk/>
            <pc:sldMk cId="2395409213" sldId="317"/>
            <ac:spMk id="2" creationId="{8BAC94FE-2891-22C3-7A3D-C297850766E5}"/>
          </ac:spMkLst>
        </pc:spChg>
        <pc:spChg chg="mod">
          <ac:chgData name="Emma Hogan" userId="bbc2d92f-30d5-4629-8143-c389355c56b3" providerId="ADAL" clId="{116A819F-23C2-419D-8C8D-561F79F7CD19}" dt="2025-11-15T16:16:24.011" v="7924" actId="20577"/>
          <ac:spMkLst>
            <pc:docMk/>
            <pc:sldMk cId="2395409213" sldId="317"/>
            <ac:spMk id="3" creationId="{61276796-080A-A846-A872-359CB2B68F34}"/>
          </ac:spMkLst>
        </pc:spChg>
        <pc:spChg chg="add mod">
          <ac:chgData name="Emma Hogan" userId="bbc2d92f-30d5-4629-8143-c389355c56b3" providerId="ADAL" clId="{116A819F-23C2-419D-8C8D-561F79F7CD19}" dt="2025-11-05T11:35:41.392" v="1086" actId="1036"/>
          <ac:spMkLst>
            <pc:docMk/>
            <pc:sldMk cId="2395409213" sldId="317"/>
            <ac:spMk id="4" creationId="{1607E765-161E-007D-B9B3-7AA5AE1F78CE}"/>
          </ac:spMkLst>
        </pc:spChg>
        <pc:spChg chg="add mod">
          <ac:chgData name="Emma Hogan" userId="bbc2d92f-30d5-4629-8143-c389355c56b3" providerId="ADAL" clId="{116A819F-23C2-419D-8C8D-561F79F7CD19}" dt="2025-11-05T11:35:38.561" v="1081" actId="1036"/>
          <ac:spMkLst>
            <pc:docMk/>
            <pc:sldMk cId="2395409213" sldId="317"/>
            <ac:spMk id="6" creationId="{454610CA-A729-C83E-791A-7D49D3C0B0BB}"/>
          </ac:spMkLst>
        </pc:spChg>
        <pc:spChg chg="add mod">
          <ac:chgData name="Emma Hogan" userId="bbc2d92f-30d5-4629-8143-c389355c56b3" providerId="ADAL" clId="{116A819F-23C2-419D-8C8D-561F79F7CD19}" dt="2025-11-05T11:35:35.793" v="1076" actId="1036"/>
          <ac:spMkLst>
            <pc:docMk/>
            <pc:sldMk cId="2395409213" sldId="317"/>
            <ac:spMk id="7" creationId="{60D016F6-28E8-AF6D-F637-3AC72B60511E}"/>
          </ac:spMkLst>
        </pc:spChg>
        <pc:spChg chg="add mod">
          <ac:chgData name="Emma Hogan" userId="bbc2d92f-30d5-4629-8143-c389355c56b3" providerId="ADAL" clId="{116A819F-23C2-419D-8C8D-561F79F7CD19}" dt="2025-11-05T11:38:21.360" v="1087"/>
          <ac:spMkLst>
            <pc:docMk/>
            <pc:sldMk cId="2395409213" sldId="317"/>
            <ac:spMk id="8" creationId="{6C684DA5-4D0F-652D-0F62-5408E4CC6F64}"/>
          </ac:spMkLst>
        </pc:spChg>
      </pc:sldChg>
      <pc:sldChg chg="addSp delSp modSp del mod ord">
        <pc:chgData name="Emma Hogan" userId="bbc2d92f-30d5-4629-8143-c389355c56b3" providerId="ADAL" clId="{116A819F-23C2-419D-8C8D-561F79F7CD19}" dt="2025-11-05T11:01:51.538" v="645" actId="47"/>
        <pc:sldMkLst>
          <pc:docMk/>
          <pc:sldMk cId="85381253" sldId="318"/>
        </pc:sldMkLst>
      </pc:sldChg>
      <pc:sldChg chg="del">
        <pc:chgData name="Emma Hogan" userId="bbc2d92f-30d5-4629-8143-c389355c56b3" providerId="ADAL" clId="{116A819F-23C2-419D-8C8D-561F79F7CD19}" dt="2025-11-05T14:54:32.668" v="2521" actId="47"/>
        <pc:sldMkLst>
          <pc:docMk/>
          <pc:sldMk cId="2463318929" sldId="319"/>
        </pc:sldMkLst>
      </pc:sldChg>
      <pc:sldChg chg="del">
        <pc:chgData name="Emma Hogan" userId="bbc2d92f-30d5-4629-8143-c389355c56b3" providerId="ADAL" clId="{116A819F-23C2-419D-8C8D-561F79F7CD19}" dt="2025-11-05T14:56:42.996" v="2559" actId="47"/>
        <pc:sldMkLst>
          <pc:docMk/>
          <pc:sldMk cId="4221792091" sldId="321"/>
        </pc:sldMkLst>
      </pc:sldChg>
      <pc:sldChg chg="del">
        <pc:chgData name="Emma Hogan" userId="bbc2d92f-30d5-4629-8143-c389355c56b3" providerId="ADAL" clId="{116A819F-23C2-419D-8C8D-561F79F7CD19}" dt="2025-11-05T14:57:44.250" v="2578" actId="47"/>
        <pc:sldMkLst>
          <pc:docMk/>
          <pc:sldMk cId="743877782" sldId="322"/>
        </pc:sldMkLst>
      </pc:sldChg>
      <pc:sldChg chg="del">
        <pc:chgData name="Emma Hogan" userId="bbc2d92f-30d5-4629-8143-c389355c56b3" providerId="ADAL" clId="{116A819F-23C2-419D-8C8D-561F79F7CD19}" dt="2025-11-05T15:00:02.739" v="2596" actId="47"/>
        <pc:sldMkLst>
          <pc:docMk/>
          <pc:sldMk cId="1474783415" sldId="323"/>
        </pc:sldMkLst>
      </pc:sldChg>
      <pc:sldChg chg="del ord">
        <pc:chgData name="Emma Hogan" userId="bbc2d92f-30d5-4629-8143-c389355c56b3" providerId="ADAL" clId="{116A819F-23C2-419D-8C8D-561F79F7CD19}" dt="2025-11-05T17:57:28.268" v="5357" actId="47"/>
        <pc:sldMkLst>
          <pc:docMk/>
          <pc:sldMk cId="1052958315" sldId="324"/>
        </pc:sldMkLst>
      </pc:sldChg>
      <pc:sldChg chg="delSp del mod ord">
        <pc:chgData name="Emma Hogan" userId="bbc2d92f-30d5-4629-8143-c389355c56b3" providerId="ADAL" clId="{116A819F-23C2-419D-8C8D-561F79F7CD19}" dt="2025-11-05T14:40:58.578" v="1845" actId="47"/>
        <pc:sldMkLst>
          <pc:docMk/>
          <pc:sldMk cId="2800812364" sldId="325"/>
        </pc:sldMkLst>
      </pc:sldChg>
      <pc:sldChg chg="mod ord modShow modNotesTx">
        <pc:chgData name="Emma Hogan" userId="bbc2d92f-30d5-4629-8143-c389355c56b3" providerId="ADAL" clId="{116A819F-23C2-419D-8C8D-561F79F7CD19}" dt="2025-11-17T10:15:31.477" v="8915" actId="20577"/>
        <pc:sldMkLst>
          <pc:docMk/>
          <pc:sldMk cId="2801663901" sldId="326"/>
        </pc:sldMkLst>
      </pc:sldChg>
      <pc:sldChg chg="modSp new mod ord modAnim">
        <pc:chgData name="Emma Hogan" userId="bbc2d92f-30d5-4629-8143-c389355c56b3" providerId="ADAL" clId="{116A819F-23C2-419D-8C8D-561F79F7CD19}" dt="2025-11-17T09:53:42.335" v="8386"/>
        <pc:sldMkLst>
          <pc:docMk/>
          <pc:sldMk cId="278211852" sldId="327"/>
        </pc:sldMkLst>
        <pc:spChg chg="mod">
          <ac:chgData name="Emma Hogan" userId="bbc2d92f-30d5-4629-8143-c389355c56b3" providerId="ADAL" clId="{116A819F-23C2-419D-8C8D-561F79F7CD19}" dt="2025-11-17T09:53:15.341" v="8384"/>
          <ac:spMkLst>
            <pc:docMk/>
            <pc:sldMk cId="278211852" sldId="327"/>
            <ac:spMk id="2" creationId="{BFC77BE3-BF2F-3B83-C6F3-0F6F1374E736}"/>
          </ac:spMkLst>
        </pc:spChg>
        <pc:spChg chg="mod">
          <ac:chgData name="Emma Hogan" userId="bbc2d92f-30d5-4629-8143-c389355c56b3" providerId="ADAL" clId="{116A819F-23C2-419D-8C8D-561F79F7CD19}" dt="2025-11-05T10:28:46.994" v="76" actId="20577"/>
          <ac:spMkLst>
            <pc:docMk/>
            <pc:sldMk cId="278211852" sldId="327"/>
            <ac:spMk id="3" creationId="{2DED0D29-BEBF-4B15-FEB8-89469630EAAE}"/>
          </ac:spMkLst>
        </pc:spChg>
      </pc:sldChg>
      <pc:sldChg chg="addSp delSp modSp new del mod ord delAnim modAnim">
        <pc:chgData name="Emma Hogan" userId="bbc2d92f-30d5-4629-8143-c389355c56b3" providerId="ADAL" clId="{116A819F-23C2-419D-8C8D-561F79F7CD19}" dt="2025-11-05T10:55:17.026" v="401" actId="47"/>
        <pc:sldMkLst>
          <pc:docMk/>
          <pc:sldMk cId="2113024284" sldId="328"/>
        </pc:sldMkLst>
      </pc:sldChg>
      <pc:sldChg chg="add del ord">
        <pc:chgData name="Emma Hogan" userId="bbc2d92f-30d5-4629-8143-c389355c56b3" providerId="ADAL" clId="{116A819F-23C2-419D-8C8D-561F79F7CD19}" dt="2025-11-05T11:01:50.355" v="644" actId="47"/>
        <pc:sldMkLst>
          <pc:docMk/>
          <pc:sldMk cId="2539915102" sldId="329"/>
        </pc:sldMkLst>
      </pc:sldChg>
      <pc:sldChg chg="addSp modSp new mod modAnim">
        <pc:chgData name="Emma Hogan" userId="bbc2d92f-30d5-4629-8143-c389355c56b3" providerId="ADAL" clId="{116A819F-23C2-419D-8C8D-561F79F7CD19}" dt="2025-11-15T18:05:16.593" v="8296" actId="20577"/>
        <pc:sldMkLst>
          <pc:docMk/>
          <pc:sldMk cId="2623226297" sldId="330"/>
        </pc:sldMkLst>
        <pc:spChg chg="mod">
          <ac:chgData name="Emma Hogan" userId="bbc2d92f-30d5-4629-8143-c389355c56b3" providerId="ADAL" clId="{116A819F-23C2-419D-8C8D-561F79F7CD19}" dt="2025-11-05T11:01:09.675" v="630" actId="12789"/>
          <ac:spMkLst>
            <pc:docMk/>
            <pc:sldMk cId="2623226297" sldId="330"/>
            <ac:spMk id="2" creationId="{563264C1-B1E5-15C2-76B0-3806483AC4BD}"/>
          </ac:spMkLst>
        </pc:spChg>
        <pc:spChg chg="mod">
          <ac:chgData name="Emma Hogan" userId="bbc2d92f-30d5-4629-8143-c389355c56b3" providerId="ADAL" clId="{116A819F-23C2-419D-8C8D-561F79F7CD19}" dt="2025-11-15T18:05:16.593" v="8296" actId="20577"/>
          <ac:spMkLst>
            <pc:docMk/>
            <pc:sldMk cId="2623226297" sldId="330"/>
            <ac:spMk id="3" creationId="{E13AF80E-1969-7F88-89AF-C7E792591328}"/>
          </ac:spMkLst>
        </pc:spChg>
        <pc:spChg chg="add mod">
          <ac:chgData name="Emma Hogan" userId="bbc2d92f-30d5-4629-8143-c389355c56b3" providerId="ADAL" clId="{116A819F-23C2-419D-8C8D-561F79F7CD19}" dt="2025-11-05T10:41:03.584" v="378"/>
          <ac:spMkLst>
            <pc:docMk/>
            <pc:sldMk cId="2623226297" sldId="330"/>
            <ac:spMk id="5" creationId="{8324066F-495A-356A-700F-55BCAB8CB451}"/>
          </ac:spMkLst>
        </pc:spChg>
      </pc:sldChg>
      <pc:sldChg chg="addSp delSp modSp add mod modAnim modNotesTx">
        <pc:chgData name="Emma Hogan" userId="bbc2d92f-30d5-4629-8143-c389355c56b3" providerId="ADAL" clId="{116A819F-23C2-419D-8C8D-561F79F7CD19}" dt="2025-11-15T18:05:30.392" v="8297"/>
        <pc:sldMkLst>
          <pc:docMk/>
          <pc:sldMk cId="834535695" sldId="331"/>
        </pc:sldMkLst>
        <pc:spChg chg="mod">
          <ac:chgData name="Emma Hogan" userId="bbc2d92f-30d5-4629-8143-c389355c56b3" providerId="ADAL" clId="{116A819F-23C2-419D-8C8D-561F79F7CD19}" dt="2025-11-05T11:13:02.010" v="710" actId="5793"/>
          <ac:spMkLst>
            <pc:docMk/>
            <pc:sldMk cId="834535695" sldId="331"/>
            <ac:spMk id="2" creationId="{7784B311-70EC-1F52-B202-F400BAB1409E}"/>
          </ac:spMkLst>
        </pc:spChg>
        <pc:spChg chg="mod">
          <ac:chgData name="Emma Hogan" userId="bbc2d92f-30d5-4629-8143-c389355c56b3" providerId="ADAL" clId="{116A819F-23C2-419D-8C8D-561F79F7CD19}" dt="2025-11-15T16:16:20.127" v="7922" actId="20577"/>
          <ac:spMkLst>
            <pc:docMk/>
            <pc:sldMk cId="834535695" sldId="331"/>
            <ac:spMk id="3" creationId="{7202F3AF-9FE2-88A1-C50D-505A14B9081A}"/>
          </ac:spMkLst>
        </pc:spChg>
        <pc:spChg chg="add mod">
          <ac:chgData name="Emma Hogan" userId="bbc2d92f-30d5-4629-8143-c389355c56b3" providerId="ADAL" clId="{116A819F-23C2-419D-8C8D-561F79F7CD19}" dt="2025-11-05T11:13:49.708" v="730" actId="1035"/>
          <ac:spMkLst>
            <pc:docMk/>
            <pc:sldMk cId="834535695" sldId="331"/>
            <ac:spMk id="7" creationId="{AAE4D975-577D-8C42-8BC8-2148FD72C818}"/>
          </ac:spMkLst>
        </pc:spChg>
        <pc:spChg chg="add mod">
          <ac:chgData name="Emma Hogan" userId="bbc2d92f-30d5-4629-8143-c389355c56b3" providerId="ADAL" clId="{116A819F-23C2-419D-8C8D-561F79F7CD19}" dt="2025-11-05T11:13:08.100" v="711" actId="1076"/>
          <ac:spMkLst>
            <pc:docMk/>
            <pc:sldMk cId="834535695" sldId="331"/>
            <ac:spMk id="8" creationId="{7678E4CE-23DC-6C28-10D9-9D0B1321B5C3}"/>
          </ac:spMkLst>
        </pc:spChg>
        <pc:spChg chg="add mod ord">
          <ac:chgData name="Emma Hogan" userId="bbc2d92f-30d5-4629-8143-c389355c56b3" providerId="ADAL" clId="{116A819F-23C2-419D-8C8D-561F79F7CD19}" dt="2025-11-05T11:15:02.611" v="752" actId="1038"/>
          <ac:spMkLst>
            <pc:docMk/>
            <pc:sldMk cId="834535695" sldId="331"/>
            <ac:spMk id="9" creationId="{CD509243-519D-90D5-E072-80965E6434FB}"/>
          </ac:spMkLst>
        </pc:spChg>
        <pc:spChg chg="add mod">
          <ac:chgData name="Emma Hogan" userId="bbc2d92f-30d5-4629-8143-c389355c56b3" providerId="ADAL" clId="{116A819F-23C2-419D-8C8D-561F79F7CD19}" dt="2025-11-05T11:15:36.940" v="761" actId="14100"/>
          <ac:spMkLst>
            <pc:docMk/>
            <pc:sldMk cId="834535695" sldId="331"/>
            <ac:spMk id="10" creationId="{945708BC-093E-CF7F-55FA-CED0F3CFCB40}"/>
          </ac:spMkLst>
        </pc:spChg>
        <pc:spChg chg="add mod">
          <ac:chgData name="Emma Hogan" userId="bbc2d92f-30d5-4629-8143-c389355c56b3" providerId="ADAL" clId="{116A819F-23C2-419D-8C8D-561F79F7CD19}" dt="2025-11-05T11:20:16.065" v="823" actId="14100"/>
          <ac:spMkLst>
            <pc:docMk/>
            <pc:sldMk cId="834535695" sldId="331"/>
            <ac:spMk id="11" creationId="{E20F910A-FC06-D1FB-AC2A-4F5C0D98F1E4}"/>
          </ac:spMkLst>
        </pc:spChg>
        <pc:spChg chg="add mod">
          <ac:chgData name="Emma Hogan" userId="bbc2d92f-30d5-4629-8143-c389355c56b3" providerId="ADAL" clId="{116A819F-23C2-419D-8C8D-561F79F7CD19}" dt="2025-11-05T11:15:45.762" v="763" actId="14100"/>
          <ac:spMkLst>
            <pc:docMk/>
            <pc:sldMk cId="834535695" sldId="331"/>
            <ac:spMk id="12" creationId="{6035932E-D37A-E987-957B-CD5B83D774AB}"/>
          </ac:spMkLst>
        </pc:spChg>
        <pc:spChg chg="add mod">
          <ac:chgData name="Emma Hogan" userId="bbc2d92f-30d5-4629-8143-c389355c56b3" providerId="ADAL" clId="{116A819F-23C2-419D-8C8D-561F79F7CD19}" dt="2025-11-05T11:20:02.456" v="820" actId="1036"/>
          <ac:spMkLst>
            <pc:docMk/>
            <pc:sldMk cId="834535695" sldId="331"/>
            <ac:spMk id="13" creationId="{831B4555-158E-CD1D-D1E2-A62B2A5CA2B5}"/>
          </ac:spMkLst>
        </pc:spChg>
        <pc:spChg chg="add mod">
          <ac:chgData name="Emma Hogan" userId="bbc2d92f-30d5-4629-8143-c389355c56b3" providerId="ADAL" clId="{116A819F-23C2-419D-8C8D-561F79F7CD19}" dt="2025-11-05T11:19:54.433" v="814" actId="1035"/>
          <ac:spMkLst>
            <pc:docMk/>
            <pc:sldMk cId="834535695" sldId="331"/>
            <ac:spMk id="14" creationId="{DF433EFE-C6C6-B7FF-66ED-D0DE2C62C90D}"/>
          </ac:spMkLst>
        </pc:spChg>
        <pc:spChg chg="add mod">
          <ac:chgData name="Emma Hogan" userId="bbc2d92f-30d5-4629-8143-c389355c56b3" providerId="ADAL" clId="{116A819F-23C2-419D-8C8D-561F79F7CD19}" dt="2025-11-05T11:19:48.996" v="812" actId="1037"/>
          <ac:spMkLst>
            <pc:docMk/>
            <pc:sldMk cId="834535695" sldId="331"/>
            <ac:spMk id="15" creationId="{AC47505A-CCBA-A912-B11A-1004D5FF3D5B}"/>
          </ac:spMkLst>
        </pc:spChg>
        <pc:spChg chg="add mod">
          <ac:chgData name="Emma Hogan" userId="bbc2d92f-30d5-4629-8143-c389355c56b3" providerId="ADAL" clId="{116A819F-23C2-419D-8C8D-561F79F7CD19}" dt="2025-11-05T11:20:07.957" v="822" actId="1035"/>
          <ac:spMkLst>
            <pc:docMk/>
            <pc:sldMk cId="834535695" sldId="331"/>
            <ac:spMk id="16" creationId="{FC714EA0-CC1F-087B-D6D1-9793BE8B841C}"/>
          </ac:spMkLst>
        </pc:spChg>
        <pc:spChg chg="add mod">
          <ac:chgData name="Emma Hogan" userId="bbc2d92f-30d5-4629-8143-c389355c56b3" providerId="ADAL" clId="{116A819F-23C2-419D-8C8D-561F79F7CD19}" dt="2025-11-05T11:38:53.114" v="1089"/>
          <ac:spMkLst>
            <pc:docMk/>
            <pc:sldMk cId="834535695" sldId="331"/>
            <ac:spMk id="17" creationId="{34665F84-0FD2-D53D-1C15-F1BA45CD27CA}"/>
          </ac:spMkLst>
        </pc:spChg>
        <pc:picChg chg="add mod ord modCrop">
          <ac:chgData name="Emma Hogan" userId="bbc2d92f-30d5-4629-8143-c389355c56b3" providerId="ADAL" clId="{116A819F-23C2-419D-8C8D-561F79F7CD19}" dt="2025-11-05T11:14:32.022" v="737" actId="167"/>
          <ac:picMkLst>
            <pc:docMk/>
            <pc:sldMk cId="834535695" sldId="331"/>
            <ac:picMk id="4" creationId="{AE9A53C7-F7D8-48FA-E416-9AB879FE91D4}"/>
          </ac:picMkLst>
        </pc:picChg>
      </pc:sldChg>
      <pc:sldChg chg="addSp delSp modSp new mod ord delAnim modAnim modNotesTx">
        <pc:chgData name="Emma Hogan" userId="bbc2d92f-30d5-4629-8143-c389355c56b3" providerId="ADAL" clId="{116A819F-23C2-419D-8C8D-561F79F7CD19}" dt="2025-11-18T10:33:29.703" v="9360" actId="1038"/>
        <pc:sldMkLst>
          <pc:docMk/>
          <pc:sldMk cId="3125965578" sldId="332"/>
        </pc:sldMkLst>
        <pc:spChg chg="mod">
          <ac:chgData name="Emma Hogan" userId="bbc2d92f-30d5-4629-8143-c389355c56b3" providerId="ADAL" clId="{116A819F-23C2-419D-8C8D-561F79F7CD19}" dt="2025-11-05T19:10:24.949" v="7142" actId="6549"/>
          <ac:spMkLst>
            <pc:docMk/>
            <pc:sldMk cId="3125965578" sldId="332"/>
            <ac:spMk id="2" creationId="{3B9E7D37-59AD-BA21-2951-4C3BBCF1AA63}"/>
          </ac:spMkLst>
        </pc:spChg>
        <pc:spChg chg="mod">
          <ac:chgData name="Emma Hogan" userId="bbc2d92f-30d5-4629-8143-c389355c56b3" providerId="ADAL" clId="{116A819F-23C2-419D-8C8D-561F79F7CD19}" dt="2025-11-05T17:31:29.516" v="4476" actId="14100"/>
          <ac:spMkLst>
            <pc:docMk/>
            <pc:sldMk cId="3125965578" sldId="332"/>
            <ac:spMk id="3" creationId="{3ED07680-F0B3-AE59-6ADC-DAE118001F3F}"/>
          </ac:spMkLst>
        </pc:spChg>
        <pc:spChg chg="add mod">
          <ac:chgData name="Emma Hogan" userId="bbc2d92f-30d5-4629-8143-c389355c56b3" providerId="ADAL" clId="{116A819F-23C2-419D-8C8D-561F79F7CD19}" dt="2025-11-05T11:42:23.893" v="1132"/>
          <ac:spMkLst>
            <pc:docMk/>
            <pc:sldMk cId="3125965578" sldId="332"/>
            <ac:spMk id="4" creationId="{EBD09D1A-0F54-3D0E-EEF4-B2F604B9A814}"/>
          </ac:spMkLst>
        </pc:spChg>
        <pc:spChg chg="add mod">
          <ac:chgData name="Emma Hogan" userId="bbc2d92f-30d5-4629-8143-c389355c56b3" providerId="ADAL" clId="{116A819F-23C2-419D-8C8D-561F79F7CD19}" dt="2025-11-05T19:11:33.294" v="7252" actId="1035"/>
          <ac:spMkLst>
            <pc:docMk/>
            <pc:sldMk cId="3125965578" sldId="332"/>
            <ac:spMk id="6" creationId="{07753901-2457-620D-DF71-939605DC7528}"/>
          </ac:spMkLst>
        </pc:spChg>
        <pc:spChg chg="add mod">
          <ac:chgData name="Emma Hogan" userId="bbc2d92f-30d5-4629-8143-c389355c56b3" providerId="ADAL" clId="{116A819F-23C2-419D-8C8D-561F79F7CD19}" dt="2025-11-05T19:11:27.944" v="7248" actId="1035"/>
          <ac:spMkLst>
            <pc:docMk/>
            <pc:sldMk cId="3125965578" sldId="332"/>
            <ac:spMk id="7" creationId="{FC219639-D953-DE7A-D096-CF3D5F5420ED}"/>
          </ac:spMkLst>
        </pc:spChg>
        <pc:spChg chg="add mod">
          <ac:chgData name="Emma Hogan" userId="bbc2d92f-30d5-4629-8143-c389355c56b3" providerId="ADAL" clId="{116A819F-23C2-419D-8C8D-561F79F7CD19}" dt="2025-11-05T19:11:30.528" v="7250" actId="1035"/>
          <ac:spMkLst>
            <pc:docMk/>
            <pc:sldMk cId="3125965578" sldId="332"/>
            <ac:spMk id="8" creationId="{1DC09A66-39C6-8FE9-75D0-60C29F194C13}"/>
          </ac:spMkLst>
        </pc:spChg>
        <pc:spChg chg="add mod">
          <ac:chgData name="Emma Hogan" userId="bbc2d92f-30d5-4629-8143-c389355c56b3" providerId="ADAL" clId="{116A819F-23C2-419D-8C8D-561F79F7CD19}" dt="2025-11-05T14:30:37.657" v="1664" actId="207"/>
          <ac:spMkLst>
            <pc:docMk/>
            <pc:sldMk cId="3125965578" sldId="332"/>
            <ac:spMk id="9" creationId="{FF3C6C9E-2811-1597-849D-13C957601C68}"/>
          </ac:spMkLst>
        </pc:spChg>
        <pc:spChg chg="add mod">
          <ac:chgData name="Emma Hogan" userId="bbc2d92f-30d5-4629-8143-c389355c56b3" providerId="ADAL" clId="{116A819F-23C2-419D-8C8D-561F79F7CD19}" dt="2025-11-05T14:27:32.800" v="1645" actId="1036"/>
          <ac:spMkLst>
            <pc:docMk/>
            <pc:sldMk cId="3125965578" sldId="332"/>
            <ac:spMk id="10" creationId="{E7EED438-0A6F-8A80-A742-1E1171AC857A}"/>
          </ac:spMkLst>
        </pc:spChg>
        <pc:spChg chg="add mod">
          <ac:chgData name="Emma Hogan" userId="bbc2d92f-30d5-4629-8143-c389355c56b3" providerId="ADAL" clId="{116A819F-23C2-419D-8C8D-561F79F7CD19}" dt="2025-11-05T14:29:51.421" v="1660" actId="207"/>
          <ac:spMkLst>
            <pc:docMk/>
            <pc:sldMk cId="3125965578" sldId="332"/>
            <ac:spMk id="11" creationId="{4609C07A-D805-37B9-7418-6924CC722D43}"/>
          </ac:spMkLst>
        </pc:spChg>
        <pc:spChg chg="add mod">
          <ac:chgData name="Emma Hogan" userId="bbc2d92f-30d5-4629-8143-c389355c56b3" providerId="ADAL" clId="{116A819F-23C2-419D-8C8D-561F79F7CD19}" dt="2025-11-05T14:34:04.604" v="1742" actId="1036"/>
          <ac:spMkLst>
            <pc:docMk/>
            <pc:sldMk cId="3125965578" sldId="332"/>
            <ac:spMk id="13" creationId="{E81E4215-A4C1-532B-3E3B-A3A170080503}"/>
          </ac:spMkLst>
        </pc:spChg>
        <pc:spChg chg="add mod">
          <ac:chgData name="Emma Hogan" userId="bbc2d92f-30d5-4629-8143-c389355c56b3" providerId="ADAL" clId="{116A819F-23C2-419D-8C8D-561F79F7CD19}" dt="2025-11-18T10:33:29.703" v="9360" actId="1038"/>
          <ac:spMkLst>
            <pc:docMk/>
            <pc:sldMk cId="3125965578" sldId="332"/>
            <ac:spMk id="14" creationId="{DA2C16FB-E2CF-26AA-FB94-E1E50165E6C0}"/>
          </ac:spMkLst>
        </pc:spChg>
        <pc:spChg chg="add mod">
          <ac:chgData name="Emma Hogan" userId="bbc2d92f-30d5-4629-8143-c389355c56b3" providerId="ADAL" clId="{116A819F-23C2-419D-8C8D-561F79F7CD19}" dt="2025-11-05T16:35:47.706" v="2954" actId="20577"/>
          <ac:spMkLst>
            <pc:docMk/>
            <pc:sldMk cId="3125965578" sldId="332"/>
            <ac:spMk id="15" creationId="{9DE9CE9D-7655-7181-514D-4424EA70C263}"/>
          </ac:spMkLst>
        </pc:spChg>
        <pc:spChg chg="add mod">
          <ac:chgData name="Emma Hogan" userId="bbc2d92f-30d5-4629-8143-c389355c56b3" providerId="ADAL" clId="{116A819F-23C2-419D-8C8D-561F79F7CD19}" dt="2025-11-05T14:41:33.195" v="1851" actId="208"/>
          <ac:spMkLst>
            <pc:docMk/>
            <pc:sldMk cId="3125965578" sldId="332"/>
            <ac:spMk id="23" creationId="{92E867E3-1BE0-CCFB-9AC3-AC9B36CC23EB}"/>
          </ac:spMkLst>
        </pc:spChg>
        <pc:spChg chg="add mod">
          <ac:chgData name="Emma Hogan" userId="bbc2d92f-30d5-4629-8143-c389355c56b3" providerId="ADAL" clId="{116A819F-23C2-419D-8C8D-561F79F7CD19}" dt="2025-11-05T14:43:10.372" v="1915" actId="1076"/>
          <ac:spMkLst>
            <pc:docMk/>
            <pc:sldMk cId="3125965578" sldId="332"/>
            <ac:spMk id="24" creationId="{C924BA6C-ABFD-8FC9-F5FB-7214DC00F395}"/>
          </ac:spMkLst>
        </pc:spChg>
        <pc:picChg chg="add mod ord">
          <ac:chgData name="Emma Hogan" userId="bbc2d92f-30d5-4629-8143-c389355c56b3" providerId="ADAL" clId="{116A819F-23C2-419D-8C8D-561F79F7CD19}" dt="2025-11-05T11:44:21.193" v="1141" actId="14100"/>
          <ac:picMkLst>
            <pc:docMk/>
            <pc:sldMk cId="3125965578" sldId="332"/>
            <ac:picMk id="5" creationId="{212C5D53-9976-0E49-FEAC-6C50D4BC4891}"/>
          </ac:picMkLst>
        </pc:picChg>
        <pc:cxnChg chg="add mod">
          <ac:chgData name="Emma Hogan" userId="bbc2d92f-30d5-4629-8143-c389355c56b3" providerId="ADAL" clId="{116A819F-23C2-419D-8C8D-561F79F7CD19}" dt="2025-11-18T10:33:29.703" v="9360" actId="1038"/>
          <ac:cxnSpMkLst>
            <pc:docMk/>
            <pc:sldMk cId="3125965578" sldId="332"/>
            <ac:cxnSpMk id="18" creationId="{C668DE15-6BD6-F32C-76C8-84324F19D08B}"/>
          </ac:cxnSpMkLst>
        </pc:cxnChg>
        <pc:cxnChg chg="add mod">
          <ac:chgData name="Emma Hogan" userId="bbc2d92f-30d5-4629-8143-c389355c56b3" providerId="ADAL" clId="{116A819F-23C2-419D-8C8D-561F79F7CD19}" dt="2025-11-05T17:31:34.749" v="4477" actId="14100"/>
          <ac:cxnSpMkLst>
            <pc:docMk/>
            <pc:sldMk cId="3125965578" sldId="332"/>
            <ac:cxnSpMk id="20" creationId="{EF7A5067-D90A-9733-22E9-6F8BE30FA6D9}"/>
          </ac:cxnSpMkLst>
        </pc:cxnChg>
      </pc:sldChg>
      <pc:sldChg chg="addSp delSp modSp add mod ord modAnim modNotesTx">
        <pc:chgData name="Emma Hogan" userId="bbc2d92f-30d5-4629-8143-c389355c56b3" providerId="ADAL" clId="{116A819F-23C2-419D-8C8D-561F79F7CD19}" dt="2025-11-18T09:41:03.794" v="9337" actId="113"/>
        <pc:sldMkLst>
          <pc:docMk/>
          <pc:sldMk cId="2173915786" sldId="333"/>
        </pc:sldMkLst>
        <pc:spChg chg="mod">
          <ac:chgData name="Emma Hogan" userId="bbc2d92f-30d5-4629-8143-c389355c56b3" providerId="ADAL" clId="{116A819F-23C2-419D-8C8D-561F79F7CD19}" dt="2025-11-05T19:16:08.565" v="7516" actId="20577"/>
          <ac:spMkLst>
            <pc:docMk/>
            <pc:sldMk cId="2173915786" sldId="333"/>
            <ac:spMk id="2" creationId="{94494B90-ED2A-415A-1E00-551400C5AA3D}"/>
          </ac:spMkLst>
        </pc:spChg>
        <pc:spChg chg="mod">
          <ac:chgData name="Emma Hogan" userId="bbc2d92f-30d5-4629-8143-c389355c56b3" providerId="ADAL" clId="{116A819F-23C2-419D-8C8D-561F79F7CD19}" dt="2025-11-15T16:17:03.946" v="7932" actId="20577"/>
          <ac:spMkLst>
            <pc:docMk/>
            <pc:sldMk cId="2173915786" sldId="333"/>
            <ac:spMk id="3" creationId="{7A619FD5-04DA-0D25-6012-4D9AA1B1519A}"/>
          </ac:spMkLst>
        </pc:spChg>
        <pc:spChg chg="mod">
          <ac:chgData name="Emma Hogan" userId="bbc2d92f-30d5-4629-8143-c389355c56b3" providerId="ADAL" clId="{116A819F-23C2-419D-8C8D-561F79F7CD19}" dt="2025-11-18T09:41:01.458" v="9336" actId="113"/>
          <ac:spMkLst>
            <pc:docMk/>
            <pc:sldMk cId="2173915786" sldId="333"/>
            <ac:spMk id="4" creationId="{3615FC4C-5B5B-44AB-680A-8387A9C86C4E}"/>
          </ac:spMkLst>
        </pc:spChg>
        <pc:spChg chg="add mod">
          <ac:chgData name="Emma Hogan" userId="bbc2d92f-30d5-4629-8143-c389355c56b3" providerId="ADAL" clId="{116A819F-23C2-419D-8C8D-561F79F7CD19}" dt="2025-11-05T18:06:37.563" v="5379" actId="1035"/>
          <ac:spMkLst>
            <pc:docMk/>
            <pc:sldMk cId="2173915786" sldId="333"/>
            <ac:spMk id="5" creationId="{CE0CBF63-AAA6-15A6-435B-92A373D8F1DF}"/>
          </ac:spMkLst>
        </pc:spChg>
        <pc:spChg chg="mod">
          <ac:chgData name="Emma Hogan" userId="bbc2d92f-30d5-4629-8143-c389355c56b3" providerId="ADAL" clId="{116A819F-23C2-419D-8C8D-561F79F7CD19}" dt="2025-11-05T17:24:28.364" v="4168" actId="20577"/>
          <ac:spMkLst>
            <pc:docMk/>
            <pc:sldMk cId="2173915786" sldId="333"/>
            <ac:spMk id="6" creationId="{19C58AA3-D0A8-1167-A1EC-B85075B28858}"/>
          </ac:spMkLst>
        </pc:spChg>
        <pc:spChg chg="mod">
          <ac:chgData name="Emma Hogan" userId="bbc2d92f-30d5-4629-8143-c389355c56b3" providerId="ADAL" clId="{116A819F-23C2-419D-8C8D-561F79F7CD19}" dt="2025-11-18T09:41:03.794" v="9337" actId="113"/>
          <ac:spMkLst>
            <pc:docMk/>
            <pc:sldMk cId="2173915786" sldId="333"/>
            <ac:spMk id="7" creationId="{FAA1AFF0-0375-E81A-E7FA-DA84D21C0DC9}"/>
          </ac:spMkLst>
        </pc:spChg>
        <pc:spChg chg="add del mod">
          <ac:chgData name="Emma Hogan" userId="bbc2d92f-30d5-4629-8143-c389355c56b3" providerId="ADAL" clId="{116A819F-23C2-419D-8C8D-561F79F7CD19}" dt="2025-11-17T10:11:29.741" v="8763" actId="478"/>
          <ac:spMkLst>
            <pc:docMk/>
            <pc:sldMk cId="2173915786" sldId="333"/>
            <ac:spMk id="8" creationId="{3A5C3176-FAAB-E7CC-FC08-FFF5A475B891}"/>
          </ac:spMkLst>
        </pc:spChg>
        <pc:spChg chg="add mod">
          <ac:chgData name="Emma Hogan" userId="bbc2d92f-30d5-4629-8143-c389355c56b3" providerId="ADAL" clId="{116A819F-23C2-419D-8C8D-561F79F7CD19}" dt="2025-11-05T18:07:07.147" v="5389" actId="1076"/>
          <ac:spMkLst>
            <pc:docMk/>
            <pc:sldMk cId="2173915786" sldId="333"/>
            <ac:spMk id="9" creationId="{6CBF4F50-7A26-D06D-2157-4CA0E007D688}"/>
          </ac:spMkLst>
        </pc:spChg>
      </pc:sldChg>
      <pc:sldChg chg="addSp delSp modSp new mod ord modNotesTx">
        <pc:chgData name="Emma Hogan" userId="bbc2d92f-30d5-4629-8143-c389355c56b3" providerId="ADAL" clId="{116A819F-23C2-419D-8C8D-561F79F7CD19}" dt="2025-11-17T10:16:03.967" v="8922" actId="20577"/>
        <pc:sldMkLst>
          <pc:docMk/>
          <pc:sldMk cId="2542251667" sldId="334"/>
        </pc:sldMkLst>
        <pc:spChg chg="add del mod">
          <ac:chgData name="Emma Hogan" userId="bbc2d92f-30d5-4629-8143-c389355c56b3" providerId="ADAL" clId="{116A819F-23C2-419D-8C8D-561F79F7CD19}" dt="2025-11-17T10:11:04.697" v="8749" actId="478"/>
          <ac:spMkLst>
            <pc:docMk/>
            <pc:sldMk cId="2542251667" sldId="334"/>
            <ac:spMk id="2" creationId="{E13AAB73-8A0C-52E5-C086-81D2405491D7}"/>
          </ac:spMkLst>
        </pc:spChg>
        <pc:spChg chg="mod">
          <ac:chgData name="Emma Hogan" userId="bbc2d92f-30d5-4629-8143-c389355c56b3" providerId="ADAL" clId="{116A819F-23C2-419D-8C8D-561F79F7CD19}" dt="2025-11-15T16:16:49.926" v="7930" actId="20577"/>
          <ac:spMkLst>
            <pc:docMk/>
            <pc:sldMk cId="2542251667" sldId="334"/>
            <ac:spMk id="3" creationId="{7F686CB6-E10E-DFF2-D7D9-910991EA1F9A}"/>
          </ac:spMkLst>
        </pc:spChg>
        <pc:spChg chg="add mod">
          <ac:chgData name="Emma Hogan" userId="bbc2d92f-30d5-4629-8143-c389355c56b3" providerId="ADAL" clId="{116A819F-23C2-419D-8C8D-561F79F7CD19}" dt="2025-11-05T19:38:44.661" v="7860" actId="14100"/>
          <ac:spMkLst>
            <pc:docMk/>
            <pc:sldMk cId="2542251667" sldId="334"/>
            <ac:spMk id="6" creationId="{13386775-121B-DCE6-68DE-7D9BE0B59461}"/>
          </ac:spMkLst>
        </pc:spChg>
        <pc:picChg chg="add mod">
          <ac:chgData name="Emma Hogan" userId="bbc2d92f-30d5-4629-8143-c389355c56b3" providerId="ADAL" clId="{116A819F-23C2-419D-8C8D-561F79F7CD19}" dt="2025-11-05T16:06:40.434" v="2606" actId="12788"/>
          <ac:picMkLst>
            <pc:docMk/>
            <pc:sldMk cId="2542251667" sldId="334"/>
            <ac:picMk id="5" creationId="{7AB4AB1C-D21A-DF38-9142-E7BC1FAEB8E0}"/>
          </ac:picMkLst>
        </pc:picChg>
      </pc:sldChg>
      <pc:sldChg chg="addSp delSp modSp new del mod setBg">
        <pc:chgData name="Emma Hogan" userId="bbc2d92f-30d5-4629-8143-c389355c56b3" providerId="ADAL" clId="{116A819F-23C2-419D-8C8D-561F79F7CD19}" dt="2025-11-05T16:13:04.243" v="2707" actId="47"/>
        <pc:sldMkLst>
          <pc:docMk/>
          <pc:sldMk cId="3195079408" sldId="335"/>
        </pc:sldMkLst>
      </pc:sldChg>
      <pc:sldChg chg="addSp delSp modSp new mod modAnim modNotesTx">
        <pc:chgData name="Emma Hogan" userId="bbc2d92f-30d5-4629-8143-c389355c56b3" providerId="ADAL" clId="{116A819F-23C2-419D-8C8D-561F79F7CD19}" dt="2025-11-17T10:15:46.901" v="8917" actId="20577"/>
        <pc:sldMkLst>
          <pc:docMk/>
          <pc:sldMk cId="3355857412" sldId="336"/>
        </pc:sldMkLst>
        <pc:spChg chg="mod">
          <ac:chgData name="Emma Hogan" userId="bbc2d92f-30d5-4629-8143-c389355c56b3" providerId="ADAL" clId="{116A819F-23C2-419D-8C8D-561F79F7CD19}" dt="2025-11-05T16:17:05.628" v="2808" actId="207"/>
          <ac:spMkLst>
            <pc:docMk/>
            <pc:sldMk cId="3355857412" sldId="336"/>
            <ac:spMk id="3" creationId="{C6FCA9CD-150E-05A2-D55D-38DA79231E83}"/>
          </ac:spMkLst>
        </pc:spChg>
        <pc:spChg chg="add mod">
          <ac:chgData name="Emma Hogan" userId="bbc2d92f-30d5-4629-8143-c389355c56b3" providerId="ADAL" clId="{116A819F-23C2-419D-8C8D-561F79F7CD19}" dt="2025-11-05T16:17:21.571" v="2810" actId="207"/>
          <ac:spMkLst>
            <pc:docMk/>
            <pc:sldMk cId="3355857412" sldId="336"/>
            <ac:spMk id="4" creationId="{38833ACF-89E0-F8DA-5C70-C4CADB05445D}"/>
          </ac:spMkLst>
        </pc:spChg>
        <pc:spChg chg="add mod">
          <ac:chgData name="Emma Hogan" userId="bbc2d92f-30d5-4629-8143-c389355c56b3" providerId="ADAL" clId="{116A819F-23C2-419D-8C8D-561F79F7CD19}" dt="2025-11-05T16:17:14.088" v="2809" actId="207"/>
          <ac:spMkLst>
            <pc:docMk/>
            <pc:sldMk cId="3355857412" sldId="336"/>
            <ac:spMk id="7" creationId="{F158BC0C-5698-A141-1764-C4AAA1CBB324}"/>
          </ac:spMkLst>
        </pc:spChg>
        <pc:picChg chg="add mod">
          <ac:chgData name="Emma Hogan" userId="bbc2d92f-30d5-4629-8143-c389355c56b3" providerId="ADAL" clId="{116A819F-23C2-419D-8C8D-561F79F7CD19}" dt="2025-11-05T16:12:57.050" v="2706" actId="1035"/>
          <ac:picMkLst>
            <pc:docMk/>
            <pc:sldMk cId="3355857412" sldId="336"/>
            <ac:picMk id="5" creationId="{55C3F4CA-99F8-471E-57DC-4C4AD6BB2F70}"/>
          </ac:picMkLst>
        </pc:picChg>
      </pc:sldChg>
      <pc:sldChg chg="addSp delSp modSp new mod ord delAnim modAnim modNotesTx">
        <pc:chgData name="Emma Hogan" userId="bbc2d92f-30d5-4629-8143-c389355c56b3" providerId="ADAL" clId="{116A819F-23C2-419D-8C8D-561F79F7CD19}" dt="2025-11-17T10:15:59.442" v="8919" actId="20577"/>
        <pc:sldMkLst>
          <pc:docMk/>
          <pc:sldMk cId="2297902941" sldId="337"/>
        </pc:sldMkLst>
        <pc:spChg chg="mod">
          <ac:chgData name="Emma Hogan" userId="bbc2d92f-30d5-4629-8143-c389355c56b3" providerId="ADAL" clId="{116A819F-23C2-419D-8C8D-561F79F7CD19}" dt="2025-11-05T16:16:15.451" v="2801" actId="207"/>
          <ac:spMkLst>
            <pc:docMk/>
            <pc:sldMk cId="2297902941" sldId="337"/>
            <ac:spMk id="3" creationId="{00491804-36DA-D92E-E77D-1C3F93CB39F7}"/>
          </ac:spMkLst>
        </pc:spChg>
        <pc:spChg chg="add mod">
          <ac:chgData name="Emma Hogan" userId="bbc2d92f-30d5-4629-8143-c389355c56b3" providerId="ADAL" clId="{116A819F-23C2-419D-8C8D-561F79F7CD19}" dt="2025-11-05T19:08:49.976" v="7130" actId="122"/>
          <ac:spMkLst>
            <pc:docMk/>
            <pc:sldMk cId="2297902941" sldId="337"/>
            <ac:spMk id="10" creationId="{AF96541F-99C0-1C4E-5C67-28991CA71E90}"/>
          </ac:spMkLst>
        </pc:spChg>
        <pc:picChg chg="add mod ord">
          <ac:chgData name="Emma Hogan" userId="bbc2d92f-30d5-4629-8143-c389355c56b3" providerId="ADAL" clId="{116A819F-23C2-419D-8C8D-561F79F7CD19}" dt="2025-11-05T19:12:50.668" v="7254" actId="167"/>
          <ac:picMkLst>
            <pc:docMk/>
            <pc:sldMk cId="2297902941" sldId="337"/>
            <ac:picMk id="11" creationId="{0D4615BF-BF54-9A60-EA58-6EF2D9C487E2}"/>
          </ac:picMkLst>
        </pc:picChg>
      </pc:sldChg>
      <pc:sldChg chg="addSp delSp modSp new mod modAnim modNotesTx">
        <pc:chgData name="Emma Hogan" userId="bbc2d92f-30d5-4629-8143-c389355c56b3" providerId="ADAL" clId="{116A819F-23C2-419D-8C8D-561F79F7CD19}" dt="2025-11-17T10:14:30.394" v="8890" actId="20577"/>
        <pc:sldMkLst>
          <pc:docMk/>
          <pc:sldMk cId="2469725732" sldId="338"/>
        </pc:sldMkLst>
        <pc:spChg chg="mod">
          <ac:chgData name="Emma Hogan" userId="bbc2d92f-30d5-4629-8143-c389355c56b3" providerId="ADAL" clId="{116A819F-23C2-419D-8C8D-561F79F7CD19}" dt="2025-11-05T16:16:47.752" v="2806" actId="207"/>
          <ac:spMkLst>
            <pc:docMk/>
            <pc:sldMk cId="2469725732" sldId="338"/>
            <ac:spMk id="3" creationId="{EDBB9882-FCA6-ACBC-5187-787893EACEE9}"/>
          </ac:spMkLst>
        </pc:spChg>
        <pc:spChg chg="add mod">
          <ac:chgData name="Emma Hogan" userId="bbc2d92f-30d5-4629-8143-c389355c56b3" providerId="ADAL" clId="{116A819F-23C2-419D-8C8D-561F79F7CD19}" dt="2025-11-05T16:22:17.948" v="2943" actId="14100"/>
          <ac:spMkLst>
            <pc:docMk/>
            <pc:sldMk cId="2469725732" sldId="338"/>
            <ac:spMk id="6" creationId="{3C6CB2A4-CB19-328F-A1A4-86FDCBE7B01A}"/>
          </ac:spMkLst>
        </pc:spChg>
        <pc:spChg chg="add mod">
          <ac:chgData name="Emma Hogan" userId="bbc2d92f-30d5-4629-8143-c389355c56b3" providerId="ADAL" clId="{116A819F-23C2-419D-8C8D-561F79F7CD19}" dt="2025-11-05T16:20:05.482" v="2913" actId="14100"/>
          <ac:spMkLst>
            <pc:docMk/>
            <pc:sldMk cId="2469725732" sldId="338"/>
            <ac:spMk id="7" creationId="{49672A67-661C-E107-B0A8-3454193FD5A6}"/>
          </ac:spMkLst>
        </pc:spChg>
        <pc:picChg chg="add mod modCrop">
          <ac:chgData name="Emma Hogan" userId="bbc2d92f-30d5-4629-8143-c389355c56b3" providerId="ADAL" clId="{116A819F-23C2-419D-8C8D-561F79F7CD19}" dt="2025-11-05T16:19:11.601" v="2864" actId="1035"/>
          <ac:picMkLst>
            <pc:docMk/>
            <pc:sldMk cId="2469725732" sldId="338"/>
            <ac:picMk id="5" creationId="{7193FE4D-FBDA-2217-5CC0-2ABDA0154012}"/>
          </ac:picMkLst>
        </pc:picChg>
      </pc:sldChg>
      <pc:sldChg chg="addSp delSp modSp new mod modAnim modNotesTx">
        <pc:chgData name="Emma Hogan" userId="bbc2d92f-30d5-4629-8143-c389355c56b3" providerId="ADAL" clId="{116A819F-23C2-419D-8C8D-561F79F7CD19}" dt="2025-11-17T10:15:51.697" v="8918" actId="20577"/>
        <pc:sldMkLst>
          <pc:docMk/>
          <pc:sldMk cId="459987243" sldId="339"/>
        </pc:sldMkLst>
        <pc:spChg chg="mod">
          <ac:chgData name="Emma Hogan" userId="bbc2d92f-30d5-4629-8143-c389355c56b3" providerId="ADAL" clId="{116A819F-23C2-419D-8C8D-561F79F7CD19}" dt="2025-11-05T16:17:36.229" v="2813" actId="207"/>
          <ac:spMkLst>
            <pc:docMk/>
            <pc:sldMk cId="459987243" sldId="339"/>
            <ac:spMk id="3" creationId="{2291B303-456A-4640-EA5D-6B36B201AF43}"/>
          </ac:spMkLst>
        </pc:spChg>
        <pc:spChg chg="add mod">
          <ac:chgData name="Emma Hogan" userId="bbc2d92f-30d5-4629-8143-c389355c56b3" providerId="ADAL" clId="{116A819F-23C2-419D-8C8D-561F79F7CD19}" dt="2025-11-05T18:45:49.812" v="6721" actId="1036"/>
          <ac:spMkLst>
            <pc:docMk/>
            <pc:sldMk cId="459987243" sldId="339"/>
            <ac:spMk id="6" creationId="{62C1143D-615A-706C-5829-46D1C6DEE351}"/>
          </ac:spMkLst>
        </pc:spChg>
        <pc:spChg chg="add mod">
          <ac:chgData name="Emma Hogan" userId="bbc2d92f-30d5-4629-8143-c389355c56b3" providerId="ADAL" clId="{116A819F-23C2-419D-8C8D-561F79F7CD19}" dt="2025-11-05T18:44:27.980" v="6693" actId="1038"/>
          <ac:spMkLst>
            <pc:docMk/>
            <pc:sldMk cId="459987243" sldId="339"/>
            <ac:spMk id="7" creationId="{9BD89003-AD39-AEC6-A8C1-986460A0FC23}"/>
          </ac:spMkLst>
        </pc:spChg>
        <pc:picChg chg="add mod">
          <ac:chgData name="Emma Hogan" userId="bbc2d92f-30d5-4629-8143-c389355c56b3" providerId="ADAL" clId="{116A819F-23C2-419D-8C8D-561F79F7CD19}" dt="2025-11-05T18:42:48.097" v="6672" actId="1035"/>
          <ac:picMkLst>
            <pc:docMk/>
            <pc:sldMk cId="459987243" sldId="339"/>
            <ac:picMk id="5" creationId="{A339DF32-9EA2-AF27-DD16-800F9AC77B2D}"/>
          </ac:picMkLst>
        </pc:picChg>
      </pc:sldChg>
      <pc:sldChg chg="addSp delSp modSp new mod ord modAnim modNotesTx">
        <pc:chgData name="Emma Hogan" userId="bbc2d92f-30d5-4629-8143-c389355c56b3" providerId="ADAL" clId="{116A819F-23C2-419D-8C8D-561F79F7CD19}" dt="2025-11-17T10:16:13.380" v="8928" actId="20577"/>
        <pc:sldMkLst>
          <pc:docMk/>
          <pc:sldMk cId="420038095" sldId="340"/>
        </pc:sldMkLst>
        <pc:spChg chg="mod">
          <ac:chgData name="Emma Hogan" userId="bbc2d92f-30d5-4629-8143-c389355c56b3" providerId="ADAL" clId="{116A819F-23C2-419D-8C8D-561F79F7CD19}" dt="2025-11-05T17:27:59.588" v="4359" actId="255"/>
          <ac:spMkLst>
            <pc:docMk/>
            <pc:sldMk cId="420038095" sldId="340"/>
            <ac:spMk id="2" creationId="{89AFE2A7-7C7A-B0C0-9D9F-96A05A42ACDE}"/>
          </ac:spMkLst>
        </pc:spChg>
        <pc:spChg chg="mod">
          <ac:chgData name="Emma Hogan" userId="bbc2d92f-30d5-4629-8143-c389355c56b3" providerId="ADAL" clId="{116A819F-23C2-419D-8C8D-561F79F7CD19}" dt="2025-11-15T16:16:35.626" v="7926" actId="20577"/>
          <ac:spMkLst>
            <pc:docMk/>
            <pc:sldMk cId="420038095" sldId="340"/>
            <ac:spMk id="3" creationId="{738FB5F5-1AA0-CC99-F267-684F4A2B6AD1}"/>
          </ac:spMkLst>
        </pc:spChg>
        <pc:spChg chg="add mod">
          <ac:chgData name="Emma Hogan" userId="bbc2d92f-30d5-4629-8143-c389355c56b3" providerId="ADAL" clId="{116A819F-23C2-419D-8C8D-561F79F7CD19}" dt="2025-11-05T16:55:17.392" v="3338" actId="14100"/>
          <ac:spMkLst>
            <pc:docMk/>
            <pc:sldMk cId="420038095" sldId="340"/>
            <ac:spMk id="4" creationId="{C8C739FC-5BCC-A250-97F7-C4B1EFEA01F8}"/>
          </ac:spMkLst>
        </pc:spChg>
        <pc:spChg chg="add del mod">
          <ac:chgData name="Emma Hogan" userId="bbc2d92f-30d5-4629-8143-c389355c56b3" providerId="ADAL" clId="{116A819F-23C2-419D-8C8D-561F79F7CD19}" dt="2025-11-17T10:10:52.577" v="8741" actId="478"/>
          <ac:spMkLst>
            <pc:docMk/>
            <pc:sldMk cId="420038095" sldId="340"/>
            <ac:spMk id="5" creationId="{3BC6CB35-4694-1019-9B6E-F94F167F6B22}"/>
          </ac:spMkLst>
        </pc:spChg>
      </pc:sldChg>
      <pc:sldChg chg="addSp delSp modSp new del mod">
        <pc:chgData name="Emma Hogan" userId="bbc2d92f-30d5-4629-8143-c389355c56b3" providerId="ADAL" clId="{116A819F-23C2-419D-8C8D-561F79F7CD19}" dt="2025-11-05T17:06:28.865" v="3415" actId="47"/>
        <pc:sldMkLst>
          <pc:docMk/>
          <pc:sldMk cId="67814698" sldId="341"/>
        </pc:sldMkLst>
      </pc:sldChg>
      <pc:sldChg chg="modSp new del mod ord">
        <pc:chgData name="Emma Hogan" userId="bbc2d92f-30d5-4629-8143-c389355c56b3" providerId="ADAL" clId="{116A819F-23C2-419D-8C8D-561F79F7CD19}" dt="2025-11-05T17:39:46.058" v="4656" actId="47"/>
        <pc:sldMkLst>
          <pc:docMk/>
          <pc:sldMk cId="1761492082" sldId="341"/>
        </pc:sldMkLst>
      </pc:sldChg>
      <pc:sldChg chg="addSp delSp modSp new del mod">
        <pc:chgData name="Emma Hogan" userId="bbc2d92f-30d5-4629-8143-c389355c56b3" providerId="ADAL" clId="{116A819F-23C2-419D-8C8D-561F79F7CD19}" dt="2025-11-05T17:06:30.866" v="3416" actId="47"/>
        <pc:sldMkLst>
          <pc:docMk/>
          <pc:sldMk cId="719657433" sldId="342"/>
        </pc:sldMkLst>
      </pc:sldChg>
      <pc:sldChg chg="addSp delSp modSp new mod ord modAnim modNotesTx">
        <pc:chgData name="Emma Hogan" userId="bbc2d92f-30d5-4629-8143-c389355c56b3" providerId="ADAL" clId="{116A819F-23C2-419D-8C8D-561F79F7CD19}" dt="2025-11-17T10:14:16.039" v="8884" actId="20577"/>
        <pc:sldMkLst>
          <pc:docMk/>
          <pc:sldMk cId="1889505330" sldId="342"/>
        </pc:sldMkLst>
        <pc:spChg chg="mod">
          <ac:chgData name="Emma Hogan" userId="bbc2d92f-30d5-4629-8143-c389355c56b3" providerId="ADAL" clId="{116A819F-23C2-419D-8C8D-561F79F7CD19}" dt="2025-11-15T16:16:39.952" v="7928" actId="20577"/>
          <ac:spMkLst>
            <pc:docMk/>
            <pc:sldMk cId="1889505330" sldId="342"/>
            <ac:spMk id="3" creationId="{6A0E7D81-03D4-FE3A-71DF-9349D0DBF21E}"/>
          </ac:spMkLst>
        </pc:spChg>
        <pc:spChg chg="add mod">
          <ac:chgData name="Emma Hogan" userId="bbc2d92f-30d5-4629-8143-c389355c56b3" providerId="ADAL" clId="{116A819F-23C2-419D-8C8D-561F79F7CD19}" dt="2025-11-05T17:46:11.212" v="5249" actId="1036"/>
          <ac:spMkLst>
            <pc:docMk/>
            <pc:sldMk cId="1889505330" sldId="342"/>
            <ac:spMk id="8" creationId="{975297E6-0E59-4423-F3F1-E116D951DC2F}"/>
          </ac:spMkLst>
        </pc:spChg>
        <pc:spChg chg="add mod">
          <ac:chgData name="Emma Hogan" userId="bbc2d92f-30d5-4629-8143-c389355c56b3" providerId="ADAL" clId="{116A819F-23C2-419D-8C8D-561F79F7CD19}" dt="2025-11-05T17:46:07.957" v="5246" actId="1038"/>
          <ac:spMkLst>
            <pc:docMk/>
            <pc:sldMk cId="1889505330" sldId="342"/>
            <ac:spMk id="9" creationId="{5F14ADDD-E811-1357-1171-13468B551FFB}"/>
          </ac:spMkLst>
        </pc:spChg>
        <pc:spChg chg="add mod">
          <ac:chgData name="Emma Hogan" userId="bbc2d92f-30d5-4629-8143-c389355c56b3" providerId="ADAL" clId="{116A819F-23C2-419D-8C8D-561F79F7CD19}" dt="2025-11-05T17:46:14.010" v="5252" actId="1035"/>
          <ac:spMkLst>
            <pc:docMk/>
            <pc:sldMk cId="1889505330" sldId="342"/>
            <ac:spMk id="10" creationId="{33F3E7FE-D968-94B1-5864-D33FEA26C636}"/>
          </ac:spMkLst>
        </pc:spChg>
        <pc:spChg chg="add mod">
          <ac:chgData name="Emma Hogan" userId="bbc2d92f-30d5-4629-8143-c389355c56b3" providerId="ADAL" clId="{116A819F-23C2-419D-8C8D-561F79F7CD19}" dt="2025-11-05T17:50:39.180" v="5295" actId="1076"/>
          <ac:spMkLst>
            <pc:docMk/>
            <pc:sldMk cId="1889505330" sldId="342"/>
            <ac:spMk id="11" creationId="{E26F1060-01C1-12A3-472C-63D03AA43E7D}"/>
          </ac:spMkLst>
        </pc:spChg>
        <pc:spChg chg="add mod">
          <ac:chgData name="Emma Hogan" userId="bbc2d92f-30d5-4629-8143-c389355c56b3" providerId="ADAL" clId="{116A819F-23C2-419D-8C8D-561F79F7CD19}" dt="2025-11-05T18:31:12.715" v="6520" actId="2085"/>
          <ac:spMkLst>
            <pc:docMk/>
            <pc:sldMk cId="1889505330" sldId="342"/>
            <ac:spMk id="22" creationId="{31BB4272-CC38-77BD-9EF6-36B3E4678790}"/>
          </ac:spMkLst>
        </pc:spChg>
        <pc:spChg chg="add mod">
          <ac:chgData name="Emma Hogan" userId="bbc2d92f-30d5-4629-8143-c389355c56b3" providerId="ADAL" clId="{116A819F-23C2-419D-8C8D-561F79F7CD19}" dt="2025-11-05T18:31:23.547" v="6523" actId="2085"/>
          <ac:spMkLst>
            <pc:docMk/>
            <pc:sldMk cId="1889505330" sldId="342"/>
            <ac:spMk id="23" creationId="{11841239-AB4A-EB41-0B28-9843C3BEF39A}"/>
          </ac:spMkLst>
        </pc:spChg>
        <pc:spChg chg="add mod">
          <ac:chgData name="Emma Hogan" userId="bbc2d92f-30d5-4629-8143-c389355c56b3" providerId="ADAL" clId="{116A819F-23C2-419D-8C8D-561F79F7CD19}" dt="2025-11-05T18:31:20.158" v="6522" actId="2085"/>
          <ac:spMkLst>
            <pc:docMk/>
            <pc:sldMk cId="1889505330" sldId="342"/>
            <ac:spMk id="24" creationId="{EF68F376-030E-F56A-1E68-E7427CEAF51E}"/>
          </ac:spMkLst>
        </pc:spChg>
        <pc:spChg chg="add mod">
          <ac:chgData name="Emma Hogan" userId="bbc2d92f-30d5-4629-8143-c389355c56b3" providerId="ADAL" clId="{116A819F-23C2-419D-8C8D-561F79F7CD19}" dt="2025-11-05T18:31:16.986" v="6521" actId="2085"/>
          <ac:spMkLst>
            <pc:docMk/>
            <pc:sldMk cId="1889505330" sldId="342"/>
            <ac:spMk id="25" creationId="{EE5ECDA5-9255-D3EE-C11B-49D6BF84748B}"/>
          </ac:spMkLst>
        </pc:spChg>
        <pc:spChg chg="add mod">
          <ac:chgData name="Emma Hogan" userId="bbc2d92f-30d5-4629-8143-c389355c56b3" providerId="ADAL" clId="{116A819F-23C2-419D-8C8D-561F79F7CD19}" dt="2025-11-05T18:26:36.804" v="6242" actId="1038"/>
          <ac:spMkLst>
            <pc:docMk/>
            <pc:sldMk cId="1889505330" sldId="342"/>
            <ac:spMk id="26" creationId="{20063847-8704-A875-2790-C13A5C9208E3}"/>
          </ac:spMkLst>
        </pc:spChg>
        <pc:spChg chg="add mod">
          <ac:chgData name="Emma Hogan" userId="bbc2d92f-30d5-4629-8143-c389355c56b3" providerId="ADAL" clId="{116A819F-23C2-419D-8C8D-561F79F7CD19}" dt="2025-11-05T18:26:29.441" v="6222" actId="1038"/>
          <ac:spMkLst>
            <pc:docMk/>
            <pc:sldMk cId="1889505330" sldId="342"/>
            <ac:spMk id="27" creationId="{5E16C88C-2FD4-2661-51DB-633BE90B990B}"/>
          </ac:spMkLst>
        </pc:spChg>
        <pc:spChg chg="add mod">
          <ac:chgData name="Emma Hogan" userId="bbc2d92f-30d5-4629-8143-c389355c56b3" providerId="ADAL" clId="{116A819F-23C2-419D-8C8D-561F79F7CD19}" dt="2025-11-05T18:26:23.079" v="6202" actId="1038"/>
          <ac:spMkLst>
            <pc:docMk/>
            <pc:sldMk cId="1889505330" sldId="342"/>
            <ac:spMk id="28" creationId="{AA199C0B-1B36-C1D6-DAEE-B1DEB3B3A310}"/>
          </ac:spMkLst>
        </pc:spChg>
        <pc:spChg chg="add mod">
          <ac:chgData name="Emma Hogan" userId="bbc2d92f-30d5-4629-8143-c389355c56b3" providerId="ADAL" clId="{116A819F-23C2-419D-8C8D-561F79F7CD19}" dt="2025-11-05T18:27:02.686" v="6287" actId="1038"/>
          <ac:spMkLst>
            <pc:docMk/>
            <pc:sldMk cId="1889505330" sldId="342"/>
            <ac:spMk id="29" creationId="{02ECC6C7-EBDC-22F7-AFE6-5BEE0432371D}"/>
          </ac:spMkLst>
        </pc:spChg>
        <pc:spChg chg="add mod">
          <ac:chgData name="Emma Hogan" userId="bbc2d92f-30d5-4629-8143-c389355c56b3" providerId="ADAL" clId="{116A819F-23C2-419D-8C8D-561F79F7CD19}" dt="2025-11-05T18:31:36.545" v="6526"/>
          <ac:spMkLst>
            <pc:docMk/>
            <pc:sldMk cId="1889505330" sldId="342"/>
            <ac:spMk id="30" creationId="{91033978-EE97-B389-55ED-43706E54C7B8}"/>
          </ac:spMkLst>
        </pc:spChg>
        <pc:spChg chg="add mod">
          <ac:chgData name="Emma Hogan" userId="bbc2d92f-30d5-4629-8143-c389355c56b3" providerId="ADAL" clId="{116A819F-23C2-419D-8C8D-561F79F7CD19}" dt="2025-11-05T18:27:02.686" v="6287" actId="1038"/>
          <ac:spMkLst>
            <pc:docMk/>
            <pc:sldMk cId="1889505330" sldId="342"/>
            <ac:spMk id="32" creationId="{13682B9B-647F-2003-F57E-8969A9AFB5DD}"/>
          </ac:spMkLst>
        </pc:spChg>
        <pc:spChg chg="add mod">
          <ac:chgData name="Emma Hogan" userId="bbc2d92f-30d5-4629-8143-c389355c56b3" providerId="ADAL" clId="{116A819F-23C2-419D-8C8D-561F79F7CD19}" dt="2025-11-05T18:27:02.686" v="6287" actId="1038"/>
          <ac:spMkLst>
            <pc:docMk/>
            <pc:sldMk cId="1889505330" sldId="342"/>
            <ac:spMk id="33" creationId="{3DD4FD28-08DB-9973-EEFE-9984A796CEF9}"/>
          </ac:spMkLst>
        </pc:spChg>
        <pc:spChg chg="add mod">
          <ac:chgData name="Emma Hogan" userId="bbc2d92f-30d5-4629-8143-c389355c56b3" providerId="ADAL" clId="{116A819F-23C2-419D-8C8D-561F79F7CD19}" dt="2025-11-05T18:26:42.148" v="6262" actId="1038"/>
          <ac:spMkLst>
            <pc:docMk/>
            <pc:sldMk cId="1889505330" sldId="342"/>
            <ac:spMk id="34" creationId="{A52E0CB5-BCD8-C037-6016-8544B8BBEA7E}"/>
          </ac:spMkLst>
        </pc:spChg>
        <pc:spChg chg="add mod">
          <ac:chgData name="Emma Hogan" userId="bbc2d92f-30d5-4629-8143-c389355c56b3" providerId="ADAL" clId="{116A819F-23C2-419D-8C8D-561F79F7CD19}" dt="2025-11-05T19:38:03.870" v="7855"/>
          <ac:spMkLst>
            <pc:docMk/>
            <pc:sldMk cId="1889505330" sldId="342"/>
            <ac:spMk id="35" creationId="{9A3EE991-ED2B-1415-58ED-3CF7AAF5AA70}"/>
          </ac:spMkLst>
        </pc:spChg>
      </pc:sldChg>
      <pc:sldChg chg="new del">
        <pc:chgData name="Emma Hogan" userId="bbc2d92f-30d5-4629-8143-c389355c56b3" providerId="ADAL" clId="{116A819F-23C2-419D-8C8D-561F79F7CD19}" dt="2025-11-15T12:27:11.616" v="7905" actId="47"/>
        <pc:sldMkLst>
          <pc:docMk/>
          <pc:sldMk cId="1667105575" sldId="343"/>
        </pc:sldMkLst>
      </pc:sldChg>
      <pc:sldChg chg="addSp delSp modSp new mod modAnim modNotesTx">
        <pc:chgData name="Emma Hogan" userId="bbc2d92f-30d5-4629-8143-c389355c56b3" providerId="ADAL" clId="{116A819F-23C2-419D-8C8D-561F79F7CD19}" dt="2025-11-17T10:15:36.691" v="8916" actId="20577"/>
        <pc:sldMkLst>
          <pc:docMk/>
          <pc:sldMk cId="2479910474" sldId="343"/>
        </pc:sldMkLst>
        <pc:spChg chg="mod">
          <ac:chgData name="Emma Hogan" userId="bbc2d92f-30d5-4629-8143-c389355c56b3" providerId="ADAL" clId="{116A819F-23C2-419D-8C8D-561F79F7CD19}" dt="2025-11-15T16:26:03.226" v="8278"/>
          <ac:spMkLst>
            <pc:docMk/>
            <pc:sldMk cId="2479910474" sldId="343"/>
            <ac:spMk id="2" creationId="{861304EA-0493-8D76-C294-DA9CC26E6AF5}"/>
          </ac:spMkLst>
        </pc:spChg>
        <pc:spChg chg="mod">
          <ac:chgData name="Emma Hogan" userId="bbc2d92f-30d5-4629-8143-c389355c56b3" providerId="ADAL" clId="{116A819F-23C2-419D-8C8D-561F79F7CD19}" dt="2025-11-15T16:18:42.188" v="7978"/>
          <ac:spMkLst>
            <pc:docMk/>
            <pc:sldMk cId="2479910474" sldId="343"/>
            <ac:spMk id="3" creationId="{8F446EF1-F7C2-AF1D-8E76-AE89B4C12A70}"/>
          </ac:spMkLst>
        </pc:spChg>
        <pc:spChg chg="add del mod">
          <ac:chgData name="Emma Hogan" userId="bbc2d92f-30d5-4629-8143-c389355c56b3" providerId="ADAL" clId="{116A819F-23C2-419D-8C8D-561F79F7CD19}" dt="2025-11-17T10:12:02.292" v="8788" actId="478"/>
          <ac:spMkLst>
            <pc:docMk/>
            <pc:sldMk cId="2479910474" sldId="343"/>
            <ac:spMk id="4" creationId="{D2080CB1-975B-4F8D-945C-084B4B352474}"/>
          </ac:spMkLst>
        </pc:spChg>
      </pc:sldChg>
      <pc:sldChg chg="delSp new del mod">
        <pc:chgData name="Emma Hogan" userId="bbc2d92f-30d5-4629-8143-c389355c56b3" providerId="ADAL" clId="{116A819F-23C2-419D-8C8D-561F79F7CD19}" dt="2025-11-05T19:06:28.238" v="7124" actId="47"/>
        <pc:sldMkLst>
          <pc:docMk/>
          <pc:sldMk cId="3087437025" sldId="343"/>
        </pc:sldMkLst>
      </pc:sldChg>
      <pc:sldChg chg="addSp delSp modSp new mod ord modNotesTx">
        <pc:chgData name="Emma Hogan" userId="bbc2d92f-30d5-4629-8143-c389355c56b3" providerId="ADAL" clId="{116A819F-23C2-419D-8C8D-561F79F7CD19}" dt="2025-11-17T15:08:27.050" v="9335" actId="20577"/>
        <pc:sldMkLst>
          <pc:docMk/>
          <pc:sldMk cId="87431181" sldId="344"/>
        </pc:sldMkLst>
        <pc:spChg chg="del">
          <ac:chgData name="Emma Hogan" userId="bbc2d92f-30d5-4629-8143-c389355c56b3" providerId="ADAL" clId="{116A819F-23C2-419D-8C8D-561F79F7CD19}" dt="2025-11-17T09:56:26.839" v="8387" actId="478"/>
          <ac:spMkLst>
            <pc:docMk/>
            <pc:sldMk cId="87431181" sldId="344"/>
            <ac:spMk id="2" creationId="{3D8C810D-FCBA-457B-9DEE-067E2D42A3C2}"/>
          </ac:spMkLst>
        </pc:spChg>
        <pc:spChg chg="mod">
          <ac:chgData name="Emma Hogan" userId="bbc2d92f-30d5-4629-8143-c389355c56b3" providerId="ADAL" clId="{116A819F-23C2-419D-8C8D-561F79F7CD19}" dt="2025-11-17T09:52:18.958" v="8376" actId="20577"/>
          <ac:spMkLst>
            <pc:docMk/>
            <pc:sldMk cId="87431181" sldId="344"/>
            <ac:spMk id="3" creationId="{E40ADB60-31B2-CC5E-4E14-61A228C00576}"/>
          </ac:spMkLst>
        </pc:spChg>
        <pc:spChg chg="add del mod">
          <ac:chgData name="Emma Hogan" userId="bbc2d92f-30d5-4629-8143-c389355c56b3" providerId="ADAL" clId="{116A819F-23C2-419D-8C8D-561F79F7CD19}" dt="2025-11-17T10:11:16.304" v="8755" actId="478"/>
          <ac:spMkLst>
            <pc:docMk/>
            <pc:sldMk cId="87431181" sldId="344"/>
            <ac:spMk id="6" creationId="{0584F7C9-AE7E-2ECF-2F70-5D6D49E320B2}"/>
          </ac:spMkLst>
        </pc:spChg>
        <pc:picChg chg="add mod modCrop">
          <ac:chgData name="Emma Hogan" userId="bbc2d92f-30d5-4629-8143-c389355c56b3" providerId="ADAL" clId="{116A819F-23C2-419D-8C8D-561F79F7CD19}" dt="2025-11-17T09:57:58.139" v="8400" actId="12788"/>
          <ac:picMkLst>
            <pc:docMk/>
            <pc:sldMk cId="87431181" sldId="344"/>
            <ac:picMk id="5" creationId="{5F863047-79B0-CC9B-A264-504F6646EBB0}"/>
          </ac:picMkLst>
        </pc:picChg>
      </pc:sldChg>
      <pc:sldMasterChg chg="addSp modSp modSldLayout">
        <pc:chgData name="Emma Hogan" userId="bbc2d92f-30d5-4629-8143-c389355c56b3" providerId="ADAL" clId="{116A819F-23C2-419D-8C8D-561F79F7CD19}" dt="2025-11-18T10:32:14.353" v="9339"/>
        <pc:sldMasterMkLst>
          <pc:docMk/>
          <pc:sldMasterMk cId="3098655942" sldId="2147483658"/>
        </pc:sldMasterMkLst>
        <pc:picChg chg="add mod">
          <ac:chgData name="Emma Hogan" userId="bbc2d92f-30d5-4629-8143-c389355c56b3" providerId="ADAL" clId="{116A819F-23C2-419D-8C8D-561F79F7CD19}" dt="2025-11-18T10:31:58.705" v="9338"/>
          <ac:picMkLst>
            <pc:docMk/>
            <pc:sldMasterMk cId="3098655942" sldId="2147483658"/>
            <ac:picMk id="5" creationId="{30E9E63B-810A-4544-561F-09263D7392BE}"/>
          </ac:picMkLst>
        </pc:picChg>
        <pc:sldLayoutChg chg="addSp modSp">
          <pc:chgData name="Emma Hogan" userId="bbc2d92f-30d5-4629-8143-c389355c56b3" providerId="ADAL" clId="{116A819F-23C2-419D-8C8D-561F79F7CD19}" dt="2025-11-18T10:32:14.353" v="9339"/>
          <pc:sldLayoutMkLst>
            <pc:docMk/>
            <pc:sldMasterMk cId="3098655942" sldId="2147483658"/>
            <pc:sldLayoutMk cId="1936347277" sldId="2147483679"/>
          </pc:sldLayoutMkLst>
          <pc:picChg chg="add mod">
            <ac:chgData name="Emma Hogan" userId="bbc2d92f-30d5-4629-8143-c389355c56b3" providerId="ADAL" clId="{116A819F-23C2-419D-8C8D-561F79F7CD19}" dt="2025-11-18T10:32:14.353" v="9339"/>
            <ac:picMkLst>
              <pc:docMk/>
              <pc:sldMasterMk cId="3098655942" sldId="2147483658"/>
              <pc:sldLayoutMk cId="1936347277" sldId="2147483679"/>
              <ac:picMk id="4" creationId="{E27A989A-6EE7-6131-9D87-CFCDA748C888}"/>
            </ac:picMkLst>
          </pc:picChg>
        </pc:sldLayoutChg>
      </pc:sldMasterChg>
    </pc:docChg>
  </pc:docChgLst>
  <pc:docChgLst>
    <pc:chgData name="Emma Hogan" userId="S::emma.hogan@metoffice.gov.uk::bbc2d92f-30d5-4629-8143-c389355c56b3" providerId="AD" clId="Web-{0CC38B91-84B9-7D54-1BC4-3C8CB29E57E0}"/>
    <pc:docChg chg="modSld">
      <pc:chgData name="Emma Hogan" userId="S::emma.hogan@metoffice.gov.uk::bbc2d92f-30d5-4629-8143-c389355c56b3" providerId="AD" clId="Web-{0CC38B91-84B9-7D54-1BC4-3C8CB29E57E0}" dt="2024-10-17T09:15:29.564" v="286" actId="20577"/>
      <pc:docMkLst>
        <pc:docMk/>
      </pc:docMkLst>
    </pc:docChg>
  </pc:docChgLst>
  <pc:docChgLst>
    <pc:chgData name="Hogan, Emma" userId="bbc2d92f-30d5-4629-8143-c389355c56b3" providerId="ADAL" clId="{9CCD53CC-F2CC-423D-804D-9549F645AED0}"/>
    <pc:docChg chg="modSld">
      <pc:chgData name="Hogan, Emma" userId="bbc2d92f-30d5-4629-8143-c389355c56b3" providerId="ADAL" clId="{9CCD53CC-F2CC-423D-804D-9549F645AED0}" dt="2022-04-25T13:00:29.774" v="29"/>
      <pc:docMkLst>
        <pc:docMk/>
      </pc:docMkLst>
      <pc:sldChg chg="modAnim">
        <pc:chgData name="Hogan, Emma" userId="bbc2d92f-30d5-4629-8143-c389355c56b3" providerId="ADAL" clId="{9CCD53CC-F2CC-423D-804D-9549F645AED0}" dt="2022-04-25T12:55:16.111" v="5"/>
        <pc:sldMkLst>
          <pc:docMk/>
          <pc:sldMk cId="2350919745" sldId="285"/>
        </pc:sldMkLst>
      </pc:sldChg>
      <pc:sldChg chg="modSp modAnim">
        <pc:chgData name="Hogan, Emma" userId="bbc2d92f-30d5-4629-8143-c389355c56b3" providerId="ADAL" clId="{9CCD53CC-F2CC-423D-804D-9549F645AED0}" dt="2022-04-25T12:58:53.614" v="10" actId="20577"/>
        <pc:sldMkLst>
          <pc:docMk/>
          <pc:sldMk cId="3592233888" sldId="288"/>
        </pc:sldMkLst>
      </pc:sldChg>
      <pc:sldChg chg="modAnim">
        <pc:chgData name="Hogan, Emma" userId="bbc2d92f-30d5-4629-8143-c389355c56b3" providerId="ADAL" clId="{9CCD53CC-F2CC-423D-804D-9549F645AED0}" dt="2022-04-25T13:00:08.129" v="26"/>
        <pc:sldMkLst>
          <pc:docMk/>
          <pc:sldMk cId="3422492616" sldId="289"/>
        </pc:sldMkLst>
      </pc:sldChg>
      <pc:sldChg chg="modAnim">
        <pc:chgData name="Hogan, Emma" userId="bbc2d92f-30d5-4629-8143-c389355c56b3" providerId="ADAL" clId="{9CCD53CC-F2CC-423D-804D-9549F645AED0}" dt="2022-04-25T13:00:29.774" v="29"/>
        <pc:sldMkLst>
          <pc:docMk/>
          <pc:sldMk cId="3966615095" sldId="291"/>
        </pc:sldMkLst>
      </pc:sldChg>
      <pc:sldChg chg="modAnim">
        <pc:chgData name="Hogan, Emma" userId="bbc2d92f-30d5-4629-8143-c389355c56b3" providerId="ADAL" clId="{9CCD53CC-F2CC-423D-804D-9549F645AED0}" dt="2022-04-25T12:59:41.675" v="20"/>
        <pc:sldMkLst>
          <pc:docMk/>
          <pc:sldMk cId="326349841" sldId="292"/>
        </pc:sldMkLst>
      </pc:sldChg>
      <pc:sldChg chg="modAnim">
        <pc:chgData name="Hogan, Emma" userId="bbc2d92f-30d5-4629-8143-c389355c56b3" providerId="ADAL" clId="{9CCD53CC-F2CC-423D-804D-9549F645AED0}" dt="2022-04-25T13:00:19.673" v="28"/>
        <pc:sldMkLst>
          <pc:docMk/>
          <pc:sldMk cId="991805489" sldId="293"/>
        </pc:sldMkLst>
      </pc:sldChg>
      <pc:sldChg chg="modAnim">
        <pc:chgData name="Hogan, Emma" userId="bbc2d92f-30d5-4629-8143-c389355c56b3" providerId="ADAL" clId="{9CCD53CC-F2CC-423D-804D-9549F645AED0}" dt="2022-04-25T12:59:21.131" v="16"/>
        <pc:sldMkLst>
          <pc:docMk/>
          <pc:sldMk cId="2974826701" sldId="294"/>
        </pc:sldMkLst>
      </pc:sldChg>
      <pc:sldChg chg="modAnim">
        <pc:chgData name="Hogan, Emma" userId="bbc2d92f-30d5-4629-8143-c389355c56b3" providerId="ADAL" clId="{9CCD53CC-F2CC-423D-804D-9549F645AED0}" dt="2022-04-25T12:55:29.066" v="7"/>
        <pc:sldMkLst>
          <pc:docMk/>
          <pc:sldMk cId="2150757564" sldId="295"/>
        </pc:sldMkLst>
      </pc:sldChg>
      <pc:sldChg chg="modAnim">
        <pc:chgData name="Hogan, Emma" userId="bbc2d92f-30d5-4629-8143-c389355c56b3" providerId="ADAL" clId="{9CCD53CC-F2CC-423D-804D-9549F645AED0}" dt="2022-04-25T12:59:12.308" v="14"/>
        <pc:sldMkLst>
          <pc:docMk/>
          <pc:sldMk cId="374476151" sldId="299"/>
        </pc:sldMkLst>
      </pc:sldChg>
    </pc:docChg>
  </pc:docChgLst>
  <pc:docChgLst>
    <pc:chgData name="Hogan, Emma" userId="S::emma.hogan@metoffice.gov.uk::bbc2d92f-30d5-4629-8143-c389355c56b3" providerId="AD" clId="Web-{7AA8EED3-EC02-2DBB-624C-723931DC5A7B}"/>
    <pc:docChg chg="modSld">
      <pc:chgData name="Hogan, Emma" userId="S::emma.hogan@metoffice.gov.uk::bbc2d92f-30d5-4629-8143-c389355c56b3" providerId="AD" clId="Web-{7AA8EED3-EC02-2DBB-624C-723931DC5A7B}" dt="2022-05-18T13:04:45.720" v="13"/>
      <pc:docMkLst>
        <pc:docMk/>
      </pc:docMkLst>
      <pc:sldChg chg="addAnim modAnim">
        <pc:chgData name="Hogan, Emma" userId="S::emma.hogan@metoffice.gov.uk::bbc2d92f-30d5-4629-8143-c389355c56b3" providerId="AD" clId="Web-{7AA8EED3-EC02-2DBB-624C-723931DC5A7B}" dt="2022-05-18T13:04:45.720" v="13"/>
        <pc:sldMkLst>
          <pc:docMk/>
          <pc:sldMk cId="413927354" sldId="311"/>
        </pc:sldMkLst>
      </pc:sldChg>
    </pc:docChg>
  </pc:docChgLst>
  <pc:docChgLst>
    <pc:chgData name="Emma Hogan" userId="bbc2d92f-30d5-4629-8143-c389355c56b3" providerId="ADAL" clId="{8FE8E528-27C2-4603-9C01-0DC22344E8B7}"/>
    <pc:docChg chg="modSld">
      <pc:chgData name="Emma Hogan" userId="bbc2d92f-30d5-4629-8143-c389355c56b3" providerId="ADAL" clId="{8FE8E528-27C2-4603-9C01-0DC22344E8B7}" dt="2023-06-02T17:24:00.888" v="22"/>
      <pc:docMkLst>
        <pc:docMk/>
      </pc:docMkLst>
      <pc:sldChg chg="modAnim">
        <pc:chgData name="Emma Hogan" userId="bbc2d92f-30d5-4629-8143-c389355c56b3" providerId="ADAL" clId="{8FE8E528-27C2-4603-9C01-0DC22344E8B7}" dt="2023-06-02T17:23:23.407" v="19"/>
        <pc:sldMkLst>
          <pc:docMk/>
          <pc:sldMk cId="2395409213" sldId="317"/>
        </pc:sldMkLst>
      </pc:sldChg>
      <pc:sldChg chg="modAnim">
        <pc:chgData name="Emma Hogan" userId="bbc2d92f-30d5-4629-8143-c389355c56b3" providerId="ADAL" clId="{8FE8E528-27C2-4603-9C01-0DC22344E8B7}" dt="2023-06-02T17:23:18.895" v="18"/>
        <pc:sldMkLst>
          <pc:docMk/>
          <pc:sldMk cId="3653918952" sldId="320"/>
        </pc:sldMkLst>
      </pc:sldChg>
    </pc:docChg>
  </pc:docChgLst>
  <pc:docChgLst>
    <pc:chgData name="Hogan, Emma" userId="S::emma.hogan@metoffice.gov.uk::bbc2d92f-30d5-4629-8143-c389355c56b3" providerId="AD" clId="Web-{E4EDA91F-64E9-CC5F-6FFB-6126EF661CA9}"/>
    <pc:docChg chg="addSld modSld">
      <pc:chgData name="Hogan, Emma" userId="S::emma.hogan@metoffice.gov.uk::bbc2d92f-30d5-4629-8143-c389355c56b3" providerId="AD" clId="Web-{E4EDA91F-64E9-CC5F-6FFB-6126EF661CA9}" dt="2022-05-12T17:00:19.588" v="45" actId="20577"/>
      <pc:docMkLst>
        <pc:docMk/>
      </pc:docMkLst>
      <pc:sldChg chg="modSp">
        <pc:chgData name="Hogan, Emma" userId="S::emma.hogan@metoffice.gov.uk::bbc2d92f-30d5-4629-8143-c389355c56b3" providerId="AD" clId="Web-{E4EDA91F-64E9-CC5F-6FFB-6126EF661CA9}" dt="2022-05-12T16:58:43.976" v="36" actId="20577"/>
        <pc:sldMkLst>
          <pc:docMk/>
          <pc:sldMk cId="3457246749" sldId="292"/>
        </pc:sldMkLst>
      </pc:sldChg>
      <pc:sldChg chg="modSp">
        <pc:chgData name="Hogan, Emma" userId="S::emma.hogan@metoffice.gov.uk::bbc2d92f-30d5-4629-8143-c389355c56b3" providerId="AD" clId="Web-{E4EDA91F-64E9-CC5F-6FFB-6126EF661CA9}" dt="2022-05-12T17:00:19.588" v="45" actId="20577"/>
        <pc:sldMkLst>
          <pc:docMk/>
          <pc:sldMk cId="385702820" sldId="295"/>
        </pc:sldMkLst>
      </pc:sldChg>
      <pc:sldChg chg="modSp add replId">
        <pc:chgData name="Hogan, Emma" userId="S::emma.hogan@metoffice.gov.uk::bbc2d92f-30d5-4629-8143-c389355c56b3" providerId="AD" clId="Web-{E4EDA91F-64E9-CC5F-6FFB-6126EF661CA9}" dt="2022-05-12T16:56:54.958" v="15" actId="20577"/>
        <pc:sldMkLst>
          <pc:docMk/>
          <pc:sldMk cId="2241461419" sldId="296"/>
        </pc:sldMkLst>
      </pc:sldChg>
    </pc:docChg>
  </pc:docChgLst>
  <pc:docChgLst>
    <pc:chgData name="Hogan, Emma" userId="S::emma.hogan@metoffice.gov.uk::bbc2d92f-30d5-4629-8143-c389355c56b3" providerId="AD" clId="Web-{94EF1090-C1ED-7194-8A56-99B77A525E66}"/>
    <pc:docChg chg="modSld">
      <pc:chgData name="Hogan, Emma" userId="S::emma.hogan@metoffice.gov.uk::bbc2d92f-30d5-4629-8143-c389355c56b3" providerId="AD" clId="Web-{94EF1090-C1ED-7194-8A56-99B77A525E66}" dt="2022-04-25T12:49:59.944" v="14" actId="20577"/>
      <pc:docMkLst>
        <pc:docMk/>
      </pc:docMkLst>
      <pc:sldChg chg="modSp">
        <pc:chgData name="Hogan, Emma" userId="S::emma.hogan@metoffice.gov.uk::bbc2d92f-30d5-4629-8143-c389355c56b3" providerId="AD" clId="Web-{94EF1090-C1ED-7194-8A56-99B77A525E66}" dt="2022-04-25T12:49:59.944" v="14" actId="20577"/>
        <pc:sldMkLst>
          <pc:docMk/>
          <pc:sldMk cId="3592233888" sldId="288"/>
        </pc:sldMkLst>
      </pc:sldChg>
    </pc:docChg>
  </pc:docChgLst>
  <pc:docChgLst>
    <pc:chgData name="Emma Hogan" userId="S::emma.hogan@metoffice.gov.uk::bbc2d92f-30d5-4629-8143-c389355c56b3" providerId="AD" clId="Web-{2E0B1B1F-8BE0-92F0-940C-876AC61CB8A4}"/>
    <pc:docChg chg="modSld">
      <pc:chgData name="Emma Hogan" userId="S::emma.hogan@metoffice.gov.uk::bbc2d92f-30d5-4629-8143-c389355c56b3" providerId="AD" clId="Web-{2E0B1B1F-8BE0-92F0-940C-876AC61CB8A4}" dt="2024-10-17T09:17:37.358" v="5" actId="1076"/>
      <pc:docMkLst>
        <pc:docMk/>
      </pc:docMkLst>
      <pc:sldChg chg="addSp modSp">
        <pc:chgData name="Emma Hogan" userId="S::emma.hogan@metoffice.gov.uk::bbc2d92f-30d5-4629-8143-c389355c56b3" providerId="AD" clId="Web-{2E0B1B1F-8BE0-92F0-940C-876AC61CB8A4}" dt="2024-10-17T09:17:37.358" v="5" actId="1076"/>
        <pc:sldMkLst>
          <pc:docMk/>
          <pc:sldMk cId="650577767" sldId="310"/>
        </pc:sldMkLst>
      </pc:sldChg>
    </pc:docChg>
  </pc:docChgLst>
  <pc:docChgLst>
    <pc:chgData name="Hogan, Emma" userId="S::emma.hogan@metoffice.gov.uk::bbc2d92f-30d5-4629-8143-c389355c56b3" providerId="AD" clId="Web-{214A7CDE-0CF3-29F3-C1F8-AFEEEF0AD3DE}"/>
    <pc:docChg chg="delSld modSld">
      <pc:chgData name="Hogan, Emma" userId="S::emma.hogan@metoffice.gov.uk::bbc2d92f-30d5-4629-8143-c389355c56b3" providerId="AD" clId="Web-{214A7CDE-0CF3-29F3-C1F8-AFEEEF0AD3DE}" dt="2022-05-05T17:35:46.136" v="8"/>
      <pc:docMkLst>
        <pc:docMk/>
      </pc:docMkLst>
      <pc:sldChg chg="modSp">
        <pc:chgData name="Hogan, Emma" userId="S::emma.hogan@metoffice.gov.uk::bbc2d92f-30d5-4629-8143-c389355c56b3" providerId="AD" clId="Web-{214A7CDE-0CF3-29F3-C1F8-AFEEEF0AD3DE}" dt="2022-05-05T17:35:45.011" v="6" actId="20577"/>
        <pc:sldMkLst>
          <pc:docMk/>
          <pc:sldMk cId="771448620" sldId="289"/>
        </pc:sldMkLst>
      </pc:sldChg>
      <pc:sldChg chg="del">
        <pc:chgData name="Hogan, Emma" userId="S::emma.hogan@metoffice.gov.uk::bbc2d92f-30d5-4629-8143-c389355c56b3" providerId="AD" clId="Web-{214A7CDE-0CF3-29F3-C1F8-AFEEEF0AD3DE}" dt="2022-05-05T17:35:45.557" v="7"/>
        <pc:sldMkLst>
          <pc:docMk/>
          <pc:sldMk cId="950379156" sldId="293"/>
        </pc:sldMkLst>
      </pc:sldChg>
      <pc:sldChg chg="del">
        <pc:chgData name="Hogan, Emma" userId="S::emma.hogan@metoffice.gov.uk::bbc2d92f-30d5-4629-8143-c389355c56b3" providerId="AD" clId="Web-{214A7CDE-0CF3-29F3-C1F8-AFEEEF0AD3DE}" dt="2022-05-05T17:35:46.136" v="8"/>
        <pc:sldMkLst>
          <pc:docMk/>
          <pc:sldMk cId="3278380375" sldId="294"/>
        </pc:sldMkLst>
      </pc:sldChg>
    </pc:docChg>
  </pc:docChgLst>
  <pc:docChgLst>
    <pc:chgData name="Hogan, Emma" userId="S::emma.hogan@metoffice.gov.uk::bbc2d92f-30d5-4629-8143-c389355c56b3" providerId="AD" clId="Web-{EE08176D-11D8-39F6-12F1-1CE7F9F71FC4}"/>
    <pc:docChg chg="modSld">
      <pc:chgData name="Hogan, Emma" userId="S::emma.hogan@metoffice.gov.uk::bbc2d92f-30d5-4629-8143-c389355c56b3" providerId="AD" clId="Web-{EE08176D-11D8-39F6-12F1-1CE7F9F71FC4}" dt="2023-02-01T06:56:46.738" v="19" actId="20577"/>
      <pc:docMkLst>
        <pc:docMk/>
      </pc:docMkLst>
    </pc:docChg>
  </pc:docChgLst>
  <pc:docChgLst>
    <pc:chgData name="Hogan, Emma" userId="S::emma.hogan@metoffice.gov.uk::bbc2d92f-30d5-4629-8143-c389355c56b3" providerId="AD" clId="Web-{1B577783-479C-C91D-1D7C-881998103A58}"/>
    <pc:docChg chg="modSld">
      <pc:chgData name="Hogan, Emma" userId="S::emma.hogan@metoffice.gov.uk::bbc2d92f-30d5-4629-8143-c389355c56b3" providerId="AD" clId="Web-{1B577783-479C-C91D-1D7C-881998103A58}" dt="2022-05-18T16:18:04.971" v="193" actId="20577"/>
      <pc:docMkLst>
        <pc:docMk/>
      </pc:docMkLst>
      <pc:sldChg chg="modSp">
        <pc:chgData name="Hogan, Emma" userId="S::emma.hogan@metoffice.gov.uk::bbc2d92f-30d5-4629-8143-c389355c56b3" providerId="AD" clId="Web-{1B577783-479C-C91D-1D7C-881998103A58}" dt="2022-05-18T13:34:09.891" v="26" actId="20577"/>
        <pc:sldMkLst>
          <pc:docMk/>
          <pc:sldMk cId="650577767" sldId="310"/>
        </pc:sldMkLst>
      </pc:sldChg>
      <pc:sldChg chg="delSp modSp">
        <pc:chgData name="Hogan, Emma" userId="S::emma.hogan@metoffice.gov.uk::bbc2d92f-30d5-4629-8143-c389355c56b3" providerId="AD" clId="Web-{1B577783-479C-C91D-1D7C-881998103A58}" dt="2022-05-18T13:34:00.736" v="12" actId="20577"/>
        <pc:sldMkLst>
          <pc:docMk/>
          <pc:sldMk cId="413927354" sldId="311"/>
        </pc:sldMkLst>
      </pc:sldChg>
      <pc:sldChg chg="modSp">
        <pc:chgData name="Hogan, Emma" userId="S::emma.hogan@metoffice.gov.uk::bbc2d92f-30d5-4629-8143-c389355c56b3" providerId="AD" clId="Web-{1B577783-479C-C91D-1D7C-881998103A58}" dt="2022-05-18T16:17:26.908" v="166" actId="20577"/>
        <pc:sldMkLst>
          <pc:docMk/>
          <pc:sldMk cId="2841850848" sldId="312"/>
        </pc:sldMkLst>
      </pc:sldChg>
      <pc:sldChg chg="modSp">
        <pc:chgData name="Hogan, Emma" userId="S::emma.hogan@metoffice.gov.uk::bbc2d92f-30d5-4629-8143-c389355c56b3" providerId="AD" clId="Web-{1B577783-479C-C91D-1D7C-881998103A58}" dt="2022-05-18T16:17:45.377" v="188" actId="20577"/>
        <pc:sldMkLst>
          <pc:docMk/>
          <pc:sldMk cId="4063293407" sldId="313"/>
        </pc:sldMkLst>
      </pc:sldChg>
      <pc:sldChg chg="modSp">
        <pc:chgData name="Hogan, Emma" userId="S::emma.hogan@metoffice.gov.uk::bbc2d92f-30d5-4629-8143-c389355c56b3" providerId="AD" clId="Web-{1B577783-479C-C91D-1D7C-881998103A58}" dt="2022-05-18T16:18:04.971" v="193" actId="20577"/>
        <pc:sldMkLst>
          <pc:docMk/>
          <pc:sldMk cId="2594456067" sldId="314"/>
        </pc:sldMkLst>
      </pc:sldChg>
      <pc:sldChg chg="modSp">
        <pc:chgData name="Hogan, Emma" userId="S::emma.hogan@metoffice.gov.uk::bbc2d92f-30d5-4629-8143-c389355c56b3" providerId="AD" clId="Web-{1B577783-479C-C91D-1D7C-881998103A58}" dt="2022-05-18T13:46:20.691" v="53" actId="20577"/>
        <pc:sldMkLst>
          <pc:docMk/>
          <pc:sldMk cId="2632552676" sldId="315"/>
        </pc:sldMkLst>
      </pc:sldChg>
    </pc:docChg>
  </pc:docChgLst>
  <pc:docChgLst>
    <pc:chgData name="Hogan, Emma" userId="bbc2d92f-30d5-4629-8143-c389355c56b3" providerId="ADAL" clId="{6144DD56-D527-4F9F-8475-5A07ABAB6800}"/>
    <pc:docChg chg="modSld modMainMaster">
      <pc:chgData name="Hogan, Emma" userId="bbc2d92f-30d5-4629-8143-c389355c56b3" providerId="ADAL" clId="{6144DD56-D527-4F9F-8475-5A07ABAB6800}" dt="2023-01-24T12:27:00.586" v="10" actId="20577"/>
      <pc:docMkLst>
        <pc:docMk/>
      </pc:docMkLst>
      <pc:sldChg chg="modAnim">
        <pc:chgData name="Hogan, Emma" userId="bbc2d92f-30d5-4629-8143-c389355c56b3" providerId="ADAL" clId="{6144DD56-D527-4F9F-8475-5A07ABAB6800}" dt="2023-01-24T11:57:04.663" v="3"/>
        <pc:sldMkLst>
          <pc:docMk/>
          <pc:sldMk cId="2395409213" sldId="317"/>
        </pc:sldMkLst>
      </pc:sldChg>
      <pc:sldMasterChg chg="modSldLayout">
        <pc:chgData name="Hogan, Emma" userId="bbc2d92f-30d5-4629-8143-c389355c56b3" providerId="ADAL" clId="{6144DD56-D527-4F9F-8475-5A07ABAB6800}" dt="2023-01-24T12:27:00.586" v="10" actId="20577"/>
        <pc:sldMasterMkLst>
          <pc:docMk/>
          <pc:sldMasterMk cId="3098655942" sldId="2147483658"/>
        </pc:sldMasterMkLst>
        <pc:sldLayoutChg chg="modSp mod">
          <pc:chgData name="Hogan, Emma" userId="bbc2d92f-30d5-4629-8143-c389355c56b3" providerId="ADAL" clId="{6144DD56-D527-4F9F-8475-5A07ABAB6800}" dt="2023-01-24T12:26:53.213" v="8" actId="20577"/>
          <pc:sldLayoutMkLst>
            <pc:docMk/>
            <pc:sldMasterMk cId="3098655942" sldId="2147483658"/>
            <pc:sldLayoutMk cId="1936347277" sldId="2147483679"/>
          </pc:sldLayoutMkLst>
        </pc:sldLayoutChg>
        <pc:sldLayoutChg chg="modSp mod">
          <pc:chgData name="Hogan, Emma" userId="bbc2d92f-30d5-4629-8143-c389355c56b3" providerId="ADAL" clId="{6144DD56-D527-4F9F-8475-5A07ABAB6800}" dt="2023-01-24T12:27:00.586" v="10" actId="20577"/>
          <pc:sldLayoutMkLst>
            <pc:docMk/>
            <pc:sldMasterMk cId="3098655942" sldId="2147483658"/>
            <pc:sldLayoutMk cId="3609362188" sldId="2147483681"/>
          </pc:sldLayoutMkLst>
        </pc:sldLayoutChg>
      </pc:sldMasterChg>
    </pc:docChg>
  </pc:docChgLst>
  <pc:docChgLst>
    <pc:chgData name="Emma Hogan" userId="bbc2d92f-30d5-4629-8143-c389355c56b3" providerId="ADAL" clId="{3C347087-2CBF-4793-BEBB-C96BBC8A4581}"/>
    <pc:docChg chg="undo custSel modSld">
      <pc:chgData name="Emma Hogan" userId="bbc2d92f-30d5-4629-8143-c389355c56b3" providerId="ADAL" clId="{3C347087-2CBF-4793-BEBB-C96BBC8A4581}" dt="2025-04-28T11:13:27.831" v="2711"/>
      <pc:docMkLst>
        <pc:docMk/>
      </pc:docMkLst>
      <pc:sldChg chg="addSp delSp modSp mod delAnim modAnim">
        <pc:chgData name="Emma Hogan" userId="bbc2d92f-30d5-4629-8143-c389355c56b3" providerId="ADAL" clId="{3C347087-2CBF-4793-BEBB-C96BBC8A4581}" dt="2025-04-28T11:13:27.831" v="2711"/>
        <pc:sldMkLst>
          <pc:docMk/>
          <pc:sldMk cId="3653918952" sldId="320"/>
        </pc:sldMkLst>
      </pc:sldChg>
    </pc:docChg>
  </pc:docChgLst>
  <pc:docChgLst>
    <pc:chgData name="Emma Hogan" userId="S::emma.hogan@metoffice.gov.uk::bbc2d92f-30d5-4629-8143-c389355c56b3" providerId="AD" clId="Web-{C1547C5E-43A3-9BAC-71C9-9AA686AE30B2}"/>
    <pc:docChg chg="modSld">
      <pc:chgData name="Emma Hogan" userId="S::emma.hogan@metoffice.gov.uk::bbc2d92f-30d5-4629-8143-c389355c56b3" providerId="AD" clId="Web-{C1547C5E-43A3-9BAC-71C9-9AA686AE30B2}" dt="2025-01-25T13:29:12.095" v="18" actId="20577"/>
      <pc:docMkLst>
        <pc:docMk/>
      </pc:docMkLst>
    </pc:docChg>
  </pc:docChgLst>
  <pc:docChgLst>
    <pc:chgData name="Hogan, Emma" userId="S::emma.hogan@metoffice.gov.uk::bbc2d92f-30d5-4629-8143-c389355c56b3" providerId="AD" clId="Web-{A5E6587B-D7CB-0FC6-7FAC-327C4A77236E}"/>
    <pc:docChg chg="addSld delSld modSld">
      <pc:chgData name="Hogan, Emma" userId="S::emma.hogan@metoffice.gov.uk::bbc2d92f-30d5-4629-8143-c389355c56b3" providerId="AD" clId="Web-{A5E6587B-D7CB-0FC6-7FAC-327C4A77236E}" dt="2022-05-13T16:53:09.929" v="1486" actId="1076"/>
      <pc:docMkLst>
        <pc:docMk/>
      </pc:docMkLst>
      <pc:sldChg chg="del">
        <pc:chgData name="Hogan, Emma" userId="S::emma.hogan@metoffice.gov.uk::bbc2d92f-30d5-4629-8143-c389355c56b3" providerId="AD" clId="Web-{A5E6587B-D7CB-0FC6-7FAC-327C4A77236E}" dt="2022-05-13T15:24:14.958" v="31"/>
        <pc:sldMkLst>
          <pc:docMk/>
          <pc:sldMk cId="2350919745" sldId="285"/>
        </pc:sldMkLst>
      </pc:sldChg>
      <pc:sldChg chg="addSp delSp modSp">
        <pc:chgData name="Hogan, Emma" userId="S::emma.hogan@metoffice.gov.uk::bbc2d92f-30d5-4629-8143-c389355c56b3" providerId="AD" clId="Web-{A5E6587B-D7CB-0FC6-7FAC-327C4A77236E}" dt="2022-05-13T16:53:01.445" v="1483"/>
        <pc:sldMkLst>
          <pc:docMk/>
          <pc:sldMk cId="3457246749" sldId="292"/>
        </pc:sldMkLst>
      </pc:sldChg>
      <pc:sldChg chg="modSp add replId">
        <pc:chgData name="Hogan, Emma" userId="S::emma.hogan@metoffice.gov.uk::bbc2d92f-30d5-4629-8143-c389355c56b3" providerId="AD" clId="Web-{A5E6587B-D7CB-0FC6-7FAC-327C4A77236E}" dt="2022-05-13T16:30:45.819" v="1314" actId="20577"/>
        <pc:sldMkLst>
          <pc:docMk/>
          <pc:sldMk cId="824139782" sldId="293"/>
        </pc:sldMkLst>
      </pc:sldChg>
      <pc:sldChg chg="del">
        <pc:chgData name="Hogan, Emma" userId="S::emma.hogan@metoffice.gov.uk::bbc2d92f-30d5-4629-8143-c389355c56b3" providerId="AD" clId="Web-{A5E6587B-D7CB-0FC6-7FAC-327C4A77236E}" dt="2022-05-13T15:24:17.568" v="33"/>
        <pc:sldMkLst>
          <pc:docMk/>
          <pc:sldMk cId="709955286" sldId="294"/>
        </pc:sldMkLst>
      </pc:sldChg>
      <pc:sldChg chg="modSp add replId">
        <pc:chgData name="Hogan, Emma" userId="S::emma.hogan@metoffice.gov.uk::bbc2d92f-30d5-4629-8143-c389355c56b3" providerId="AD" clId="Web-{A5E6587B-D7CB-0FC6-7FAC-327C4A77236E}" dt="2022-05-13T16:30:49.538" v="1316" actId="20577"/>
        <pc:sldMkLst>
          <pc:docMk/>
          <pc:sldMk cId="3842821397" sldId="294"/>
        </pc:sldMkLst>
      </pc:sldChg>
      <pc:sldChg chg="del">
        <pc:chgData name="Hogan, Emma" userId="S::emma.hogan@metoffice.gov.uk::bbc2d92f-30d5-4629-8143-c389355c56b3" providerId="AD" clId="Web-{A5E6587B-D7CB-0FC6-7FAC-327C4A77236E}" dt="2022-05-13T15:24:17.005" v="32"/>
        <pc:sldMkLst>
          <pc:docMk/>
          <pc:sldMk cId="385702820" sldId="295"/>
        </pc:sldMkLst>
      </pc:sldChg>
      <pc:sldChg chg="modSp add replId">
        <pc:chgData name="Hogan, Emma" userId="S::emma.hogan@metoffice.gov.uk::bbc2d92f-30d5-4629-8143-c389355c56b3" providerId="AD" clId="Web-{A5E6587B-D7CB-0FC6-7FAC-327C4A77236E}" dt="2022-05-13T16:39:14.785" v="1462" actId="20577"/>
        <pc:sldMkLst>
          <pc:docMk/>
          <pc:sldMk cId="2875519672" sldId="295"/>
        </pc:sldMkLst>
      </pc:sldChg>
      <pc:sldChg chg="del">
        <pc:chgData name="Hogan, Emma" userId="S::emma.hogan@metoffice.gov.uk::bbc2d92f-30d5-4629-8143-c389355c56b3" providerId="AD" clId="Web-{A5E6587B-D7CB-0FC6-7FAC-327C4A77236E}" dt="2022-05-13T15:24:20.005" v="34"/>
        <pc:sldMkLst>
          <pc:docMk/>
          <pc:sldMk cId="2241461419" sldId="296"/>
        </pc:sldMkLst>
      </pc:sldChg>
      <pc:sldChg chg="modSp add replId">
        <pc:chgData name="Hogan, Emma" userId="S::emma.hogan@metoffice.gov.uk::bbc2d92f-30d5-4629-8143-c389355c56b3" providerId="AD" clId="Web-{A5E6587B-D7CB-0FC6-7FAC-327C4A77236E}" dt="2022-05-13T16:30:57.882" v="1320" actId="20577"/>
        <pc:sldMkLst>
          <pc:docMk/>
          <pc:sldMk cId="2752745121" sldId="296"/>
        </pc:sldMkLst>
      </pc:sldChg>
      <pc:sldChg chg="modSp add replId">
        <pc:chgData name="Hogan, Emma" userId="S::emma.hogan@metoffice.gov.uk::bbc2d92f-30d5-4629-8143-c389355c56b3" providerId="AD" clId="Web-{A5E6587B-D7CB-0FC6-7FAC-327C4A77236E}" dt="2022-05-13T16:31:10.304" v="1325" actId="20577"/>
        <pc:sldMkLst>
          <pc:docMk/>
          <pc:sldMk cId="578034215" sldId="297"/>
        </pc:sldMkLst>
      </pc:sldChg>
      <pc:sldChg chg="modSp add replId">
        <pc:chgData name="Hogan, Emma" userId="S::emma.hogan@metoffice.gov.uk::bbc2d92f-30d5-4629-8143-c389355c56b3" providerId="AD" clId="Web-{A5E6587B-D7CB-0FC6-7FAC-327C4A77236E}" dt="2022-05-13T16:31:15.929" v="1332" actId="20577"/>
        <pc:sldMkLst>
          <pc:docMk/>
          <pc:sldMk cId="3985229808" sldId="298"/>
        </pc:sldMkLst>
      </pc:sldChg>
      <pc:sldChg chg="modSp add replId">
        <pc:chgData name="Hogan, Emma" userId="S::emma.hogan@metoffice.gov.uk::bbc2d92f-30d5-4629-8143-c389355c56b3" providerId="AD" clId="Web-{A5E6587B-D7CB-0FC6-7FAC-327C4A77236E}" dt="2022-05-13T16:31:22.195" v="1337" actId="20577"/>
        <pc:sldMkLst>
          <pc:docMk/>
          <pc:sldMk cId="1476606168" sldId="299"/>
        </pc:sldMkLst>
      </pc:sldChg>
      <pc:sldChg chg="modSp add replId">
        <pc:chgData name="Hogan, Emma" userId="S::emma.hogan@metoffice.gov.uk::bbc2d92f-30d5-4629-8143-c389355c56b3" providerId="AD" clId="Web-{A5E6587B-D7CB-0FC6-7FAC-327C4A77236E}" dt="2022-05-13T16:31:54.118" v="1349" actId="20577"/>
        <pc:sldMkLst>
          <pc:docMk/>
          <pc:sldMk cId="3397370716" sldId="300"/>
        </pc:sldMkLst>
      </pc:sldChg>
      <pc:sldChg chg="modSp add replId">
        <pc:chgData name="Hogan, Emma" userId="S::emma.hogan@metoffice.gov.uk::bbc2d92f-30d5-4629-8143-c389355c56b3" providerId="AD" clId="Web-{A5E6587B-D7CB-0FC6-7FAC-327C4A77236E}" dt="2022-05-13T16:33:51.886" v="1375" actId="20577"/>
        <pc:sldMkLst>
          <pc:docMk/>
          <pc:sldMk cId="3152014840" sldId="301"/>
        </pc:sldMkLst>
      </pc:sldChg>
      <pc:sldChg chg="modSp add replId">
        <pc:chgData name="Hogan, Emma" userId="S::emma.hogan@metoffice.gov.uk::bbc2d92f-30d5-4629-8143-c389355c56b3" providerId="AD" clId="Web-{A5E6587B-D7CB-0FC6-7FAC-327C4A77236E}" dt="2022-05-13T16:36:56.875" v="1446" actId="20577"/>
        <pc:sldMkLst>
          <pc:docMk/>
          <pc:sldMk cId="2674659165" sldId="302"/>
        </pc:sldMkLst>
      </pc:sldChg>
      <pc:sldChg chg="modSp add replId">
        <pc:chgData name="Hogan, Emma" userId="S::emma.hogan@metoffice.gov.uk::bbc2d92f-30d5-4629-8143-c389355c56b3" providerId="AD" clId="Web-{A5E6587B-D7CB-0FC6-7FAC-327C4A77236E}" dt="2022-05-13T16:32:09.696" v="1356" actId="20577"/>
        <pc:sldMkLst>
          <pc:docMk/>
          <pc:sldMk cId="969235217" sldId="303"/>
        </pc:sldMkLst>
      </pc:sldChg>
      <pc:sldChg chg="modSp add replId">
        <pc:chgData name="Hogan, Emma" userId="S::emma.hogan@metoffice.gov.uk::bbc2d92f-30d5-4629-8143-c389355c56b3" providerId="AD" clId="Web-{A5E6587B-D7CB-0FC6-7FAC-327C4A77236E}" dt="2022-05-13T16:32:35.369" v="1362" actId="20577"/>
        <pc:sldMkLst>
          <pc:docMk/>
          <pc:sldMk cId="2756269663" sldId="304"/>
        </pc:sldMkLst>
      </pc:sldChg>
      <pc:sldChg chg="modSp add replId">
        <pc:chgData name="Hogan, Emma" userId="S::emma.hogan@metoffice.gov.uk::bbc2d92f-30d5-4629-8143-c389355c56b3" providerId="AD" clId="Web-{A5E6587B-D7CB-0FC6-7FAC-327C4A77236E}" dt="2022-05-13T16:38:06.205" v="1453" actId="20577"/>
        <pc:sldMkLst>
          <pc:docMk/>
          <pc:sldMk cId="800524662" sldId="305"/>
        </pc:sldMkLst>
      </pc:sldChg>
      <pc:sldChg chg="modSp add replId">
        <pc:chgData name="Hogan, Emma" userId="S::emma.hogan@metoffice.gov.uk::bbc2d92f-30d5-4629-8143-c389355c56b3" providerId="AD" clId="Web-{A5E6587B-D7CB-0FC6-7FAC-327C4A77236E}" dt="2022-05-13T16:31:31.430" v="1344" actId="20577"/>
        <pc:sldMkLst>
          <pc:docMk/>
          <pc:sldMk cId="2129654122" sldId="306"/>
        </pc:sldMkLst>
      </pc:sldChg>
      <pc:sldChg chg="addSp delSp modSp new">
        <pc:chgData name="Hogan, Emma" userId="S::emma.hogan@metoffice.gov.uk::bbc2d92f-30d5-4629-8143-c389355c56b3" providerId="AD" clId="Web-{A5E6587B-D7CB-0FC6-7FAC-327C4A77236E}" dt="2022-05-13T16:53:09.929" v="1486" actId="1076"/>
        <pc:sldMkLst>
          <pc:docMk/>
          <pc:sldMk cId="2726048612" sldId="307"/>
        </pc:sldMkLst>
      </pc:sldChg>
    </pc:docChg>
  </pc:docChgLst>
  <pc:docChgLst>
    <pc:chgData name="Emma Hogan" userId="S::emma.hogan@metoffice.gov.uk::bbc2d92f-30d5-4629-8143-c389355c56b3" providerId="AD" clId="Web-{038C7AC7-3F49-FBC8-EA5F-8C75EAEB3D99}"/>
    <pc:docChg chg="modSld">
      <pc:chgData name="Emma Hogan" userId="S::emma.hogan@metoffice.gov.uk::bbc2d92f-30d5-4629-8143-c389355c56b3" providerId="AD" clId="Web-{038C7AC7-3F49-FBC8-EA5F-8C75EAEB3D99}" dt="2024-11-05T17:28:53.881" v="5" actId="14100"/>
      <pc:docMkLst>
        <pc:docMk/>
      </pc:docMkLst>
    </pc:docChg>
  </pc:docChgLst>
  <pc:docChgLst>
    <pc:chgData name="Emma Hogan" userId="bbc2d92f-30d5-4629-8143-c389355c56b3" providerId="ADAL" clId="{EDD3A9C1-9E2C-4C74-855D-00938EFACF99}"/>
    <pc:docChg chg="modSld">
      <pc:chgData name="Emma Hogan" userId="bbc2d92f-30d5-4629-8143-c389355c56b3" providerId="ADAL" clId="{EDD3A9C1-9E2C-4C74-855D-00938EFACF99}" dt="2023-10-31T06:30:57.583" v="8" actId="1076"/>
      <pc:docMkLst>
        <pc:docMk/>
      </pc:docMkLst>
      <pc:sldChg chg="modAnim">
        <pc:chgData name="Emma Hogan" userId="bbc2d92f-30d5-4629-8143-c389355c56b3" providerId="ADAL" clId="{EDD3A9C1-9E2C-4C74-855D-00938EFACF99}" dt="2023-10-31T06:28:38.844" v="4"/>
        <pc:sldMkLst>
          <pc:docMk/>
          <pc:sldMk cId="3653918952" sldId="320"/>
        </pc:sldMkLst>
      </pc:sldChg>
    </pc:docChg>
  </pc:docChgLst>
  <pc:docChgLst>
    <pc:chgData name="Hogan, Emma" userId="S::emma.hogan@metoffice.gov.uk::bbc2d92f-30d5-4629-8143-c389355c56b3" providerId="AD" clId="Web-{45A89A27-8EA4-CBEF-1779-3A5A5C1496E7}"/>
    <pc:docChg chg="addSld delSld modSld sldOrd">
      <pc:chgData name="Hogan, Emma" userId="S::emma.hogan@metoffice.gov.uk::bbc2d92f-30d5-4629-8143-c389355c56b3" providerId="AD" clId="Web-{45A89A27-8EA4-CBEF-1779-3A5A5C1496E7}" dt="2022-04-07T12:33:24.026" v="334" actId="20577"/>
      <pc:docMkLst>
        <pc:docMk/>
      </pc:docMkLst>
      <pc:sldChg chg="modSp">
        <pc:chgData name="Hogan, Emma" userId="S::emma.hogan@metoffice.gov.uk::bbc2d92f-30d5-4629-8143-c389355c56b3" providerId="AD" clId="Web-{45A89A27-8EA4-CBEF-1779-3A5A5C1496E7}" dt="2022-04-07T10:59:15.857" v="48" actId="20577"/>
        <pc:sldMkLst>
          <pc:docMk/>
          <pc:sldMk cId="3592233888" sldId="288"/>
        </pc:sldMkLst>
      </pc:sldChg>
      <pc:sldChg chg="modSp">
        <pc:chgData name="Hogan, Emma" userId="S::emma.hogan@metoffice.gov.uk::bbc2d92f-30d5-4629-8143-c389355c56b3" providerId="AD" clId="Web-{45A89A27-8EA4-CBEF-1779-3A5A5C1496E7}" dt="2022-04-07T11:20:04.273" v="333" actId="20577"/>
        <pc:sldMkLst>
          <pc:docMk/>
          <pc:sldMk cId="1335704406" sldId="290"/>
        </pc:sldMkLst>
      </pc:sldChg>
      <pc:sldChg chg="addSp delSp modSp">
        <pc:chgData name="Hogan, Emma" userId="S::emma.hogan@metoffice.gov.uk::bbc2d92f-30d5-4629-8143-c389355c56b3" providerId="AD" clId="Web-{45A89A27-8EA4-CBEF-1779-3A5A5C1496E7}" dt="2022-04-07T11:18:01.063" v="282" actId="14100"/>
        <pc:sldMkLst>
          <pc:docMk/>
          <pc:sldMk cId="2974826701" sldId="294"/>
        </pc:sldMkLst>
      </pc:sldChg>
      <pc:sldChg chg="del">
        <pc:chgData name="Hogan, Emma" userId="S::emma.hogan@metoffice.gov.uk::bbc2d92f-30d5-4629-8143-c389355c56b3" providerId="AD" clId="Web-{45A89A27-8EA4-CBEF-1779-3A5A5C1496E7}" dt="2022-04-07T11:18:41.893" v="285"/>
        <pc:sldMkLst>
          <pc:docMk/>
          <pc:sldMk cId="1187708893" sldId="298"/>
        </pc:sldMkLst>
      </pc:sldChg>
      <pc:sldChg chg="modSp add replId">
        <pc:chgData name="Hogan, Emma" userId="S::emma.hogan@metoffice.gov.uk::bbc2d92f-30d5-4629-8143-c389355c56b3" providerId="AD" clId="Web-{45A89A27-8EA4-CBEF-1779-3A5A5C1496E7}" dt="2022-04-07T11:05:12.206" v="111" actId="20577"/>
        <pc:sldMkLst>
          <pc:docMk/>
          <pc:sldMk cId="374476151" sldId="299"/>
        </pc:sldMkLst>
      </pc:sldChg>
      <pc:sldChg chg="addSp delSp modSp add replId">
        <pc:chgData name="Hogan, Emma" userId="S::emma.hogan@metoffice.gov.uk::bbc2d92f-30d5-4629-8143-c389355c56b3" providerId="AD" clId="Web-{45A89A27-8EA4-CBEF-1779-3A5A5C1496E7}" dt="2022-04-07T11:15:09.209" v="140" actId="1076"/>
        <pc:sldMkLst>
          <pc:docMk/>
          <pc:sldMk cId="4001182293" sldId="300"/>
        </pc:sldMkLst>
      </pc:sldChg>
      <pc:sldChg chg="modSp add ord replId">
        <pc:chgData name="Hogan, Emma" userId="S::emma.hogan@metoffice.gov.uk::bbc2d92f-30d5-4629-8143-c389355c56b3" providerId="AD" clId="Web-{45A89A27-8EA4-CBEF-1779-3A5A5C1496E7}" dt="2022-04-07T12:33:24.026" v="334" actId="20577"/>
        <pc:sldMkLst>
          <pc:docMk/>
          <pc:sldMk cId="3344300701" sldId="301"/>
        </pc:sldMkLst>
      </pc:sldChg>
    </pc:docChg>
  </pc:docChgLst>
  <pc:docChgLst>
    <pc:chgData name="Hogan, Emma" userId="S::emma.hogan@metoffice.gov.uk::bbc2d92f-30d5-4629-8143-c389355c56b3" providerId="AD" clId="Web-{958AEAE7-EE40-79AF-FF3B-8403F4550ECD}"/>
    <pc:docChg chg="addSld delSld modSld sldOrd">
      <pc:chgData name="Hogan, Emma" userId="S::emma.hogan@metoffice.gov.uk::bbc2d92f-30d5-4629-8143-c389355c56b3" providerId="AD" clId="Web-{958AEAE7-EE40-79AF-FF3B-8403F4550ECD}" dt="2022-04-08T15:35:44.154" v="172" actId="20577"/>
      <pc:docMkLst>
        <pc:docMk/>
      </pc:docMkLst>
      <pc:sldChg chg="modSp">
        <pc:chgData name="Hogan, Emma" userId="S::emma.hogan@metoffice.gov.uk::bbc2d92f-30d5-4629-8143-c389355c56b3" providerId="AD" clId="Web-{958AEAE7-EE40-79AF-FF3B-8403F4550ECD}" dt="2022-04-08T15:35:44.154" v="172" actId="20577"/>
        <pc:sldMkLst>
          <pc:docMk/>
          <pc:sldMk cId="3422492616" sldId="289"/>
        </pc:sldMkLst>
      </pc:sldChg>
      <pc:sldChg chg="modSp">
        <pc:chgData name="Hogan, Emma" userId="S::emma.hogan@metoffice.gov.uk::bbc2d92f-30d5-4629-8143-c389355c56b3" providerId="AD" clId="Web-{958AEAE7-EE40-79AF-FF3B-8403F4550ECD}" dt="2022-04-08T10:55:24.036" v="36" actId="20577"/>
        <pc:sldMkLst>
          <pc:docMk/>
          <pc:sldMk cId="1335704406" sldId="290"/>
        </pc:sldMkLst>
      </pc:sldChg>
      <pc:sldChg chg="modSp">
        <pc:chgData name="Hogan, Emma" userId="S::emma.hogan@metoffice.gov.uk::bbc2d92f-30d5-4629-8143-c389355c56b3" providerId="AD" clId="Web-{958AEAE7-EE40-79AF-FF3B-8403F4550ECD}" dt="2022-04-08T10:56:27.709" v="38" actId="20577"/>
        <pc:sldMkLst>
          <pc:docMk/>
          <pc:sldMk cId="991805489" sldId="293"/>
        </pc:sldMkLst>
      </pc:sldChg>
      <pc:sldChg chg="modSp">
        <pc:chgData name="Hogan, Emma" userId="S::emma.hogan@metoffice.gov.uk::bbc2d92f-30d5-4629-8143-c389355c56b3" providerId="AD" clId="Web-{958AEAE7-EE40-79AF-FF3B-8403F4550ECD}" dt="2022-04-08T10:53:36.970" v="21" actId="20577"/>
        <pc:sldMkLst>
          <pc:docMk/>
          <pc:sldMk cId="2974826701" sldId="294"/>
        </pc:sldMkLst>
      </pc:sldChg>
      <pc:sldChg chg="modSp">
        <pc:chgData name="Hogan, Emma" userId="S::emma.hogan@metoffice.gov.uk::bbc2d92f-30d5-4629-8143-c389355c56b3" providerId="AD" clId="Web-{958AEAE7-EE40-79AF-FF3B-8403F4550ECD}" dt="2022-04-08T10:56:48.710" v="40" actId="20577"/>
        <pc:sldMkLst>
          <pc:docMk/>
          <pc:sldMk cId="1467949777" sldId="297"/>
        </pc:sldMkLst>
      </pc:sldChg>
      <pc:sldChg chg="ord">
        <pc:chgData name="Hogan, Emma" userId="S::emma.hogan@metoffice.gov.uk::bbc2d92f-30d5-4629-8143-c389355c56b3" providerId="AD" clId="Web-{958AEAE7-EE40-79AF-FF3B-8403F4550ECD}" dt="2022-04-08T10:49:07.916" v="1"/>
        <pc:sldMkLst>
          <pc:docMk/>
          <pc:sldMk cId="4001182293" sldId="300"/>
        </pc:sldMkLst>
      </pc:sldChg>
      <pc:sldChg chg="modSp">
        <pc:chgData name="Hogan, Emma" userId="S::emma.hogan@metoffice.gov.uk::bbc2d92f-30d5-4629-8143-c389355c56b3" providerId="AD" clId="Web-{958AEAE7-EE40-79AF-FF3B-8403F4550ECD}" dt="2022-04-08T10:55:09.738" v="34" actId="20577"/>
        <pc:sldMkLst>
          <pc:docMk/>
          <pc:sldMk cId="3344300701" sldId="301"/>
        </pc:sldMkLst>
      </pc:sldChg>
      <pc:sldChg chg="modSp add del replId">
        <pc:chgData name="Hogan, Emma" userId="S::emma.hogan@metoffice.gov.uk::bbc2d92f-30d5-4629-8143-c389355c56b3" providerId="AD" clId="Web-{958AEAE7-EE40-79AF-FF3B-8403F4550ECD}" dt="2022-04-08T10:54:03.752" v="28"/>
        <pc:sldMkLst>
          <pc:docMk/>
          <pc:sldMk cId="2674481789" sldId="302"/>
        </pc:sldMkLst>
      </pc:sldChg>
      <pc:sldChg chg="modSp add ord replId">
        <pc:chgData name="Hogan, Emma" userId="S::emma.hogan@metoffice.gov.uk::bbc2d92f-30d5-4629-8143-c389355c56b3" providerId="AD" clId="Web-{958AEAE7-EE40-79AF-FF3B-8403F4550ECD}" dt="2022-04-08T10:53:58.924" v="27" actId="20577"/>
        <pc:sldMkLst>
          <pc:docMk/>
          <pc:sldMk cId="3392424044" sldId="303"/>
        </pc:sldMkLst>
      </pc:sldChg>
    </pc:docChg>
  </pc:docChgLst>
  <pc:docChgLst>
    <pc:chgData name="Hogan, Emma" userId="bbc2d92f-30d5-4629-8143-c389355c56b3" providerId="ADAL" clId="{F6E5E4DD-9ABF-401F-BF40-CCF1BCD42F23}"/>
    <pc:docChg chg="undo custSel addSld delSld modSld sldOrd">
      <pc:chgData name="Hogan, Emma" userId="bbc2d92f-30d5-4629-8143-c389355c56b3" providerId="ADAL" clId="{F6E5E4DD-9ABF-401F-BF40-CCF1BCD42F23}" dt="2022-04-06T08:40:41.355" v="1652" actId="20577"/>
      <pc:docMkLst>
        <pc:docMk/>
      </pc:docMkLst>
      <pc:sldChg chg="modSp mod">
        <pc:chgData name="Hogan, Emma" userId="bbc2d92f-30d5-4629-8143-c389355c56b3" providerId="ADAL" clId="{F6E5E4DD-9ABF-401F-BF40-CCF1BCD42F23}" dt="2022-04-06T08:40:17.665" v="1584" actId="20577"/>
        <pc:sldMkLst>
          <pc:docMk/>
          <pc:sldMk cId="2350919745" sldId="285"/>
        </pc:sldMkLst>
      </pc:sldChg>
      <pc:sldChg chg="modSp add mod ord">
        <pc:chgData name="Hogan, Emma" userId="bbc2d92f-30d5-4629-8143-c389355c56b3" providerId="ADAL" clId="{F6E5E4DD-9ABF-401F-BF40-CCF1BCD42F23}" dt="2022-04-06T08:23:59.408" v="1372"/>
        <pc:sldMkLst>
          <pc:docMk/>
          <pc:sldMk cId="3592233888" sldId="288"/>
        </pc:sldMkLst>
      </pc:sldChg>
      <pc:sldChg chg="modSp add mod">
        <pc:chgData name="Hogan, Emma" userId="bbc2d92f-30d5-4629-8143-c389355c56b3" providerId="ADAL" clId="{F6E5E4DD-9ABF-401F-BF40-CCF1BCD42F23}" dt="2022-04-06T08:07:44.454" v="1071" actId="20577"/>
        <pc:sldMkLst>
          <pc:docMk/>
          <pc:sldMk cId="3422492616" sldId="289"/>
        </pc:sldMkLst>
      </pc:sldChg>
      <pc:sldChg chg="modSp add mod ord">
        <pc:chgData name="Hogan, Emma" userId="bbc2d92f-30d5-4629-8143-c389355c56b3" providerId="ADAL" clId="{F6E5E4DD-9ABF-401F-BF40-CCF1BCD42F23}" dt="2022-04-06T08:38:24.075" v="1565" actId="15"/>
        <pc:sldMkLst>
          <pc:docMk/>
          <pc:sldMk cId="1335704406" sldId="290"/>
        </pc:sldMkLst>
      </pc:sldChg>
      <pc:sldChg chg="modSp add mod">
        <pc:chgData name="Hogan, Emma" userId="bbc2d92f-30d5-4629-8143-c389355c56b3" providerId="ADAL" clId="{F6E5E4DD-9ABF-401F-BF40-CCF1BCD42F23}" dt="2022-04-06T08:21:03.352" v="1204" actId="20577"/>
        <pc:sldMkLst>
          <pc:docMk/>
          <pc:sldMk cId="3966615095" sldId="291"/>
        </pc:sldMkLst>
      </pc:sldChg>
      <pc:sldChg chg="modSp add mod ord">
        <pc:chgData name="Hogan, Emma" userId="bbc2d92f-30d5-4629-8143-c389355c56b3" providerId="ADAL" clId="{F6E5E4DD-9ABF-401F-BF40-CCF1BCD42F23}" dt="2022-04-06T08:21:20.411" v="1235" actId="20577"/>
        <pc:sldMkLst>
          <pc:docMk/>
          <pc:sldMk cId="326349841" sldId="292"/>
        </pc:sldMkLst>
      </pc:sldChg>
      <pc:sldChg chg="modSp add mod ord">
        <pc:chgData name="Hogan, Emma" userId="bbc2d92f-30d5-4629-8143-c389355c56b3" providerId="ADAL" clId="{F6E5E4DD-9ABF-401F-BF40-CCF1BCD42F23}" dt="2022-04-06T08:20:59.830" v="1199" actId="20577"/>
        <pc:sldMkLst>
          <pc:docMk/>
          <pc:sldMk cId="991805489" sldId="293"/>
        </pc:sldMkLst>
      </pc:sldChg>
      <pc:sldChg chg="add">
        <pc:chgData name="Hogan, Emma" userId="bbc2d92f-30d5-4629-8143-c389355c56b3" providerId="ADAL" clId="{F6E5E4DD-9ABF-401F-BF40-CCF1BCD42F23}" dt="2022-04-06T08:22:50.557" v="1238"/>
        <pc:sldMkLst>
          <pc:docMk/>
          <pc:sldMk cId="2974826701" sldId="294"/>
        </pc:sldMkLst>
      </pc:sldChg>
      <pc:sldChg chg="modSp add mod">
        <pc:chgData name="Hogan, Emma" userId="bbc2d92f-30d5-4629-8143-c389355c56b3" providerId="ADAL" clId="{F6E5E4DD-9ABF-401F-BF40-CCF1BCD42F23}" dt="2022-04-06T08:40:41.355" v="1652" actId="20577"/>
        <pc:sldMkLst>
          <pc:docMk/>
          <pc:sldMk cId="2150757564" sldId="295"/>
        </pc:sldMkLst>
      </pc:sldChg>
      <pc:sldChg chg="add del">
        <pc:chgData name="Hogan, Emma" userId="bbc2d92f-30d5-4629-8143-c389355c56b3" providerId="ADAL" clId="{F6E5E4DD-9ABF-401F-BF40-CCF1BCD42F23}" dt="2022-04-06T08:29:59.892" v="1505"/>
        <pc:sldMkLst>
          <pc:docMk/>
          <pc:sldMk cId="1143043246" sldId="296"/>
        </pc:sldMkLst>
      </pc:sldChg>
    </pc:docChg>
  </pc:docChgLst>
  <pc:docChgLst>
    <pc:chgData name="Hogan, Emma" userId="S::emma.hogan@metoffice.gov.uk::bbc2d92f-30d5-4629-8143-c389355c56b3" providerId="AD" clId="Web-{7F7F9EAB-A583-D2C0-6A9F-C2D31B672BFB}"/>
    <pc:docChg chg="modSld">
      <pc:chgData name="Hogan, Emma" userId="S::emma.hogan@metoffice.gov.uk::bbc2d92f-30d5-4629-8143-c389355c56b3" providerId="AD" clId="Web-{7F7F9EAB-A583-D2C0-6A9F-C2D31B672BFB}" dt="2023-01-24T12:24:44.113" v="147"/>
      <pc:docMkLst>
        <pc:docMk/>
      </pc:docMkLst>
      <pc:sldChg chg="modSp">
        <pc:chgData name="Hogan, Emma" userId="S::emma.hogan@metoffice.gov.uk::bbc2d92f-30d5-4629-8143-c389355c56b3" providerId="AD" clId="Web-{7F7F9EAB-A583-D2C0-6A9F-C2D31B672BFB}" dt="2023-01-24T12:09:24.830" v="124" actId="20577"/>
        <pc:sldMkLst>
          <pc:docMk/>
          <pc:sldMk cId="2594456067" sldId="314"/>
        </pc:sldMkLst>
      </pc:sldChg>
      <pc:sldChg chg="modSp">
        <pc:chgData name="Hogan, Emma" userId="S::emma.hogan@metoffice.gov.uk::bbc2d92f-30d5-4629-8143-c389355c56b3" providerId="AD" clId="Web-{7F7F9EAB-A583-D2C0-6A9F-C2D31B672BFB}" dt="2023-01-24T12:04:29.560" v="94" actId="20577"/>
        <pc:sldMkLst>
          <pc:docMk/>
          <pc:sldMk cId="3270548244" sldId="318"/>
        </pc:sldMkLst>
      </pc:sldChg>
    </pc:docChg>
  </pc:docChgLst>
  <pc:docChgLst>
    <pc:chgData name="Emma Hogan" userId="S::emma.hogan@metoffice.gov.uk::bbc2d92f-30d5-4629-8143-c389355c56b3" providerId="AD" clId="Web-{648DF3D2-E5AA-EFBA-3E18-6CC0529B4CAA}"/>
    <pc:docChg chg="modSld">
      <pc:chgData name="Emma Hogan" userId="S::emma.hogan@metoffice.gov.uk::bbc2d92f-30d5-4629-8143-c389355c56b3" providerId="AD" clId="Web-{648DF3D2-E5AA-EFBA-3E18-6CC0529B4CAA}" dt="2024-09-18T10:16:17.185" v="2" actId="1076"/>
      <pc:docMkLst>
        <pc:docMk/>
      </pc:docMkLst>
    </pc:docChg>
  </pc:docChgLst>
  <pc:docChgLst>
    <pc:chgData name="Emma Hogan" userId="S::emma.hogan@metoffice.gov.uk::bbc2d92f-30d5-4629-8143-c389355c56b3" providerId="AD" clId="Web-{0DE5E777-26F7-693C-2F0C-313A8D34FC23}"/>
    <pc:docChg chg="addSld delSld modSld sldOrd">
      <pc:chgData name="Emma Hogan" userId="S::emma.hogan@metoffice.gov.uk::bbc2d92f-30d5-4629-8143-c389355c56b3" providerId="AD" clId="Web-{0DE5E777-26F7-693C-2F0C-313A8D34FC23}" dt="2023-06-02T17:16:01.884" v="1800" actId="20577"/>
      <pc:docMkLst>
        <pc:docMk/>
      </pc:docMkLst>
      <pc:sldChg chg="modSp">
        <pc:chgData name="Emma Hogan" userId="S::emma.hogan@metoffice.gov.uk::bbc2d92f-30d5-4629-8143-c389355c56b3" providerId="AD" clId="Web-{0DE5E777-26F7-693C-2F0C-313A8D34FC23}" dt="2023-06-02T15:26:49.278" v="17" actId="20577"/>
        <pc:sldMkLst>
          <pc:docMk/>
          <pc:sldMk cId="997800256" sldId="287"/>
        </pc:sldMkLst>
      </pc:sldChg>
      <pc:sldChg chg="modSp del">
        <pc:chgData name="Emma Hogan" userId="S::emma.hogan@metoffice.gov.uk::bbc2d92f-30d5-4629-8143-c389355c56b3" providerId="AD" clId="Web-{0DE5E777-26F7-693C-2F0C-313A8D34FC23}" dt="2023-06-02T16:41:26.486" v="1350"/>
        <pc:sldMkLst>
          <pc:docMk/>
          <pc:sldMk cId="2594456067" sldId="314"/>
        </pc:sldMkLst>
      </pc:sldChg>
      <pc:sldChg chg="addSp delSp modSp addAnim delAnim">
        <pc:chgData name="Emma Hogan" userId="S::emma.hogan@metoffice.gov.uk::bbc2d92f-30d5-4629-8143-c389355c56b3" providerId="AD" clId="Web-{0DE5E777-26F7-693C-2F0C-313A8D34FC23}" dt="2023-06-02T17:07:08.522" v="1797" actId="20577"/>
        <pc:sldMkLst>
          <pc:docMk/>
          <pc:sldMk cId="2632552676" sldId="315"/>
        </pc:sldMkLst>
      </pc:sldChg>
      <pc:sldChg chg="modSp">
        <pc:chgData name="Emma Hogan" userId="S::emma.hogan@metoffice.gov.uk::bbc2d92f-30d5-4629-8143-c389355c56b3" providerId="AD" clId="Web-{0DE5E777-26F7-693C-2F0C-313A8D34FC23}" dt="2023-06-02T16:32:41.218" v="1145" actId="20577"/>
        <pc:sldMkLst>
          <pc:docMk/>
          <pc:sldMk cId="2395409213" sldId="317"/>
        </pc:sldMkLst>
      </pc:sldChg>
      <pc:sldChg chg="addSp delSp modSp addAnim delAnim">
        <pc:chgData name="Emma Hogan" userId="S::emma.hogan@metoffice.gov.uk::bbc2d92f-30d5-4629-8143-c389355c56b3" providerId="AD" clId="Web-{0DE5E777-26F7-693C-2F0C-313A8D34FC23}" dt="2023-06-02T16:49:49.909" v="1528"/>
        <pc:sldMkLst>
          <pc:docMk/>
          <pc:sldMk cId="3270548244" sldId="318"/>
        </pc:sldMkLst>
      </pc:sldChg>
      <pc:sldChg chg="modSp add del replId">
        <pc:chgData name="Emma Hogan" userId="S::emma.hogan@metoffice.gov.uk::bbc2d92f-30d5-4629-8143-c389355c56b3" providerId="AD" clId="Web-{0DE5E777-26F7-693C-2F0C-313A8D34FC23}" dt="2023-06-02T16:23:21.948" v="1014"/>
        <pc:sldMkLst>
          <pc:docMk/>
          <pc:sldMk cId="2853947787" sldId="319"/>
        </pc:sldMkLst>
      </pc:sldChg>
      <pc:sldChg chg="addSp delSp modSp add replId delAnim">
        <pc:chgData name="Emma Hogan" userId="S::emma.hogan@metoffice.gov.uk::bbc2d92f-30d5-4629-8143-c389355c56b3" providerId="AD" clId="Web-{0DE5E777-26F7-693C-2F0C-313A8D34FC23}" dt="2023-06-02T17:16:01.884" v="1800" actId="20577"/>
        <pc:sldMkLst>
          <pc:docMk/>
          <pc:sldMk cId="3653918952" sldId="320"/>
        </pc:sldMkLst>
      </pc:sldChg>
      <pc:sldChg chg="add del replId">
        <pc:chgData name="Emma Hogan" userId="S::emma.hogan@metoffice.gov.uk::bbc2d92f-30d5-4629-8143-c389355c56b3" providerId="AD" clId="Web-{0DE5E777-26F7-693C-2F0C-313A8D34FC23}" dt="2023-06-02T15:53:35.646" v="438"/>
        <pc:sldMkLst>
          <pc:docMk/>
          <pc:sldMk cId="789249279" sldId="321"/>
        </pc:sldMkLst>
      </pc:sldChg>
    </pc:docChg>
  </pc:docChgLst>
  <pc:docChgLst>
    <pc:chgData name="Hogan, Emma" userId="S::emma.hogan@metoffice.gov.uk::bbc2d92f-30d5-4629-8143-c389355c56b3" providerId="AD" clId="Web-{BBDF1B1A-5093-0ED5-C5DC-E8EC2E32DA60}"/>
    <pc:docChg chg="addSld delSld modSld sldOrd">
      <pc:chgData name="Hogan, Emma" userId="S::emma.hogan@metoffice.gov.uk::bbc2d92f-30d5-4629-8143-c389355c56b3" providerId="AD" clId="Web-{BBDF1B1A-5093-0ED5-C5DC-E8EC2E32DA60}" dt="2022-05-05T15:37:31.441" v="699"/>
      <pc:docMkLst>
        <pc:docMk/>
      </pc:docMkLst>
      <pc:sldChg chg="addSp modSp">
        <pc:chgData name="Hogan, Emma" userId="S::emma.hogan@metoffice.gov.uk::bbc2d92f-30d5-4629-8143-c389355c56b3" providerId="AD" clId="Web-{BBDF1B1A-5093-0ED5-C5DC-E8EC2E32DA60}" dt="2022-05-05T15:31:10.306" v="618" actId="20577"/>
        <pc:sldMkLst>
          <pc:docMk/>
          <pc:sldMk cId="2350919745" sldId="285"/>
        </pc:sldMkLst>
      </pc:sldChg>
      <pc:sldChg chg="addSp delSp modSp add replId addAnim delAnim">
        <pc:chgData name="Hogan, Emma" userId="S::emma.hogan@metoffice.gov.uk::bbc2d92f-30d5-4629-8143-c389355c56b3" providerId="AD" clId="Web-{BBDF1B1A-5093-0ED5-C5DC-E8EC2E32DA60}" dt="2022-05-05T15:37:31.441" v="699"/>
        <pc:sldMkLst>
          <pc:docMk/>
          <pc:sldMk cId="2045554450" sldId="288"/>
        </pc:sldMkLst>
      </pc:sldChg>
      <pc:sldChg chg="del">
        <pc:chgData name="Hogan, Emma" userId="S::emma.hogan@metoffice.gov.uk::bbc2d92f-30d5-4629-8143-c389355c56b3" providerId="AD" clId="Web-{BBDF1B1A-5093-0ED5-C5DC-E8EC2E32DA60}" dt="2022-05-05T14:38:02.785" v="54"/>
        <pc:sldMkLst>
          <pc:docMk/>
          <pc:sldMk cId="3592233888" sldId="288"/>
        </pc:sldMkLst>
      </pc:sldChg>
      <pc:sldChg chg="modSp add ord replId">
        <pc:chgData name="Hogan, Emma" userId="S::emma.hogan@metoffice.gov.uk::bbc2d92f-30d5-4629-8143-c389355c56b3" providerId="AD" clId="Web-{BBDF1B1A-5093-0ED5-C5DC-E8EC2E32DA60}" dt="2022-05-05T15:12:56.699" v="397" actId="20577"/>
        <pc:sldMkLst>
          <pc:docMk/>
          <pc:sldMk cId="771448620" sldId="289"/>
        </pc:sldMkLst>
      </pc:sldChg>
      <pc:sldChg chg="del">
        <pc:chgData name="Hogan, Emma" userId="S::emma.hogan@metoffice.gov.uk::bbc2d92f-30d5-4629-8143-c389355c56b3" providerId="AD" clId="Web-{BBDF1B1A-5093-0ED5-C5DC-E8EC2E32DA60}" dt="2022-05-05T14:38:08.176" v="61"/>
        <pc:sldMkLst>
          <pc:docMk/>
          <pc:sldMk cId="3422492616" sldId="289"/>
        </pc:sldMkLst>
      </pc:sldChg>
      <pc:sldChg chg="del">
        <pc:chgData name="Hogan, Emma" userId="S::emma.hogan@metoffice.gov.uk::bbc2d92f-30d5-4629-8143-c389355c56b3" providerId="AD" clId="Web-{BBDF1B1A-5093-0ED5-C5DC-E8EC2E32DA60}" dt="2022-05-05T14:38:02.097" v="53"/>
        <pc:sldMkLst>
          <pc:docMk/>
          <pc:sldMk cId="1335704406" sldId="290"/>
        </pc:sldMkLst>
      </pc:sldChg>
      <pc:sldChg chg="addSp delSp modSp add replId">
        <pc:chgData name="Hogan, Emma" userId="S::emma.hogan@metoffice.gov.uk::bbc2d92f-30d5-4629-8143-c389355c56b3" providerId="AD" clId="Web-{BBDF1B1A-5093-0ED5-C5DC-E8EC2E32DA60}" dt="2022-05-05T15:31:03.743" v="616" actId="20577"/>
        <pc:sldMkLst>
          <pc:docMk/>
          <pc:sldMk cId="3904731024" sldId="290"/>
        </pc:sldMkLst>
      </pc:sldChg>
      <pc:sldChg chg="modSp add del replId">
        <pc:chgData name="Hogan, Emma" userId="S::emma.hogan@metoffice.gov.uk::bbc2d92f-30d5-4629-8143-c389355c56b3" providerId="AD" clId="Web-{BBDF1B1A-5093-0ED5-C5DC-E8EC2E32DA60}" dt="2022-05-05T14:52:49.277" v="194"/>
        <pc:sldMkLst>
          <pc:docMk/>
          <pc:sldMk cId="429362539" sldId="291"/>
        </pc:sldMkLst>
      </pc:sldChg>
      <pc:sldChg chg="addSp delSp modSp add replId delAnim">
        <pc:chgData name="Hogan, Emma" userId="S::emma.hogan@metoffice.gov.uk::bbc2d92f-30d5-4629-8143-c389355c56b3" providerId="AD" clId="Web-{BBDF1B1A-5093-0ED5-C5DC-E8EC2E32DA60}" dt="2022-05-05T14:58:41.192" v="245" actId="1076"/>
        <pc:sldMkLst>
          <pc:docMk/>
          <pc:sldMk cId="993736442" sldId="291"/>
        </pc:sldMkLst>
      </pc:sldChg>
      <pc:sldChg chg="del">
        <pc:chgData name="Hogan, Emma" userId="S::emma.hogan@metoffice.gov.uk::bbc2d92f-30d5-4629-8143-c389355c56b3" providerId="AD" clId="Web-{BBDF1B1A-5093-0ED5-C5DC-E8EC2E32DA60}" dt="2022-05-05T14:38:10.004" v="63"/>
        <pc:sldMkLst>
          <pc:docMk/>
          <pc:sldMk cId="3966615095" sldId="291"/>
        </pc:sldMkLst>
      </pc:sldChg>
      <pc:sldChg chg="del">
        <pc:chgData name="Hogan, Emma" userId="S::emma.hogan@metoffice.gov.uk::bbc2d92f-30d5-4629-8143-c389355c56b3" providerId="AD" clId="Web-{BBDF1B1A-5093-0ED5-C5DC-E8EC2E32DA60}" dt="2022-05-05T14:38:07.113" v="59"/>
        <pc:sldMkLst>
          <pc:docMk/>
          <pc:sldMk cId="326349841" sldId="292"/>
        </pc:sldMkLst>
      </pc:sldChg>
      <pc:sldChg chg="addSp delSp modSp add replId addAnim modAnim">
        <pc:chgData name="Hogan, Emma" userId="S::emma.hogan@metoffice.gov.uk::bbc2d92f-30d5-4629-8143-c389355c56b3" providerId="AD" clId="Web-{BBDF1B1A-5093-0ED5-C5DC-E8EC2E32DA60}" dt="2022-05-05T15:37:21.785" v="698"/>
        <pc:sldMkLst>
          <pc:docMk/>
          <pc:sldMk cId="3288596724" sldId="292"/>
        </pc:sldMkLst>
      </pc:sldChg>
      <pc:sldChg chg="addSp modSp add replId">
        <pc:chgData name="Hogan, Emma" userId="S::emma.hogan@metoffice.gov.uk::bbc2d92f-30d5-4629-8143-c389355c56b3" providerId="AD" clId="Web-{BBDF1B1A-5093-0ED5-C5DC-E8EC2E32DA60}" dt="2022-05-05T15:34:58.046" v="652" actId="20577"/>
        <pc:sldMkLst>
          <pc:docMk/>
          <pc:sldMk cId="950379156" sldId="293"/>
        </pc:sldMkLst>
      </pc:sldChg>
      <pc:sldChg chg="del">
        <pc:chgData name="Hogan, Emma" userId="S::emma.hogan@metoffice.gov.uk::bbc2d92f-30d5-4629-8143-c389355c56b3" providerId="AD" clId="Web-{BBDF1B1A-5093-0ED5-C5DC-E8EC2E32DA60}" dt="2022-05-05T14:38:08.785" v="62"/>
        <pc:sldMkLst>
          <pc:docMk/>
          <pc:sldMk cId="991805489" sldId="293"/>
        </pc:sldMkLst>
      </pc:sldChg>
      <pc:sldChg chg="del">
        <pc:chgData name="Hogan, Emma" userId="S::emma.hogan@metoffice.gov.uk::bbc2d92f-30d5-4629-8143-c389355c56b3" providerId="AD" clId="Web-{BBDF1B1A-5093-0ED5-C5DC-E8EC2E32DA60}" dt="2022-05-05T14:38:04.769" v="56"/>
        <pc:sldMkLst>
          <pc:docMk/>
          <pc:sldMk cId="2974826701" sldId="294"/>
        </pc:sldMkLst>
      </pc:sldChg>
      <pc:sldChg chg="modSp add replId">
        <pc:chgData name="Hogan, Emma" userId="S::emma.hogan@metoffice.gov.uk::bbc2d92f-30d5-4629-8143-c389355c56b3" providerId="AD" clId="Web-{BBDF1B1A-5093-0ED5-C5DC-E8EC2E32DA60}" dt="2022-05-05T15:36:41.424" v="696" actId="20577"/>
        <pc:sldMkLst>
          <pc:docMk/>
          <pc:sldMk cId="3278380375" sldId="294"/>
        </pc:sldMkLst>
      </pc:sldChg>
      <pc:sldChg chg="add del replId">
        <pc:chgData name="Hogan, Emma" userId="S::emma.hogan@metoffice.gov.uk::bbc2d92f-30d5-4629-8143-c389355c56b3" providerId="AD" clId="Web-{BBDF1B1A-5093-0ED5-C5DC-E8EC2E32DA60}" dt="2022-05-05T15:23:51.529" v="517"/>
        <pc:sldMkLst>
          <pc:docMk/>
          <pc:sldMk cId="304877575" sldId="295"/>
        </pc:sldMkLst>
      </pc:sldChg>
      <pc:sldChg chg="del">
        <pc:chgData name="Hogan, Emma" userId="S::emma.hogan@metoffice.gov.uk::bbc2d92f-30d5-4629-8143-c389355c56b3" providerId="AD" clId="Web-{BBDF1B1A-5093-0ED5-C5DC-E8EC2E32DA60}" dt="2022-05-05T14:37:59.707" v="51"/>
        <pc:sldMkLst>
          <pc:docMk/>
          <pc:sldMk cId="2150757564" sldId="295"/>
        </pc:sldMkLst>
      </pc:sldChg>
      <pc:sldChg chg="del">
        <pc:chgData name="Hogan, Emma" userId="S::emma.hogan@metoffice.gov.uk::bbc2d92f-30d5-4629-8143-c389355c56b3" providerId="AD" clId="Web-{BBDF1B1A-5093-0ED5-C5DC-E8EC2E32DA60}" dt="2022-05-05T14:38:00.925" v="52"/>
        <pc:sldMkLst>
          <pc:docMk/>
          <pc:sldMk cId="860781765" sldId="296"/>
        </pc:sldMkLst>
      </pc:sldChg>
      <pc:sldChg chg="del">
        <pc:chgData name="Hogan, Emma" userId="S::emma.hogan@metoffice.gov.uk::bbc2d92f-30d5-4629-8143-c389355c56b3" providerId="AD" clId="Web-{BBDF1B1A-5093-0ED5-C5DC-E8EC2E32DA60}" dt="2022-05-05T14:38:07.691" v="60"/>
        <pc:sldMkLst>
          <pc:docMk/>
          <pc:sldMk cId="1467949777" sldId="297"/>
        </pc:sldMkLst>
      </pc:sldChg>
      <pc:sldChg chg="del">
        <pc:chgData name="Hogan, Emma" userId="S::emma.hogan@metoffice.gov.uk::bbc2d92f-30d5-4629-8143-c389355c56b3" providerId="AD" clId="Web-{BBDF1B1A-5093-0ED5-C5DC-E8EC2E32DA60}" dt="2022-05-05T14:38:04.066" v="55"/>
        <pc:sldMkLst>
          <pc:docMk/>
          <pc:sldMk cId="374476151" sldId="299"/>
        </pc:sldMkLst>
      </pc:sldChg>
      <pc:sldChg chg="del">
        <pc:chgData name="Hogan, Emma" userId="S::emma.hogan@metoffice.gov.uk::bbc2d92f-30d5-4629-8143-c389355c56b3" providerId="AD" clId="Web-{BBDF1B1A-5093-0ED5-C5DC-E8EC2E32DA60}" dt="2022-05-05T14:38:05.332" v="57"/>
        <pc:sldMkLst>
          <pc:docMk/>
          <pc:sldMk cId="4001182293" sldId="300"/>
        </pc:sldMkLst>
      </pc:sldChg>
      <pc:sldChg chg="del">
        <pc:chgData name="Hogan, Emma" userId="S::emma.hogan@metoffice.gov.uk::bbc2d92f-30d5-4629-8143-c389355c56b3" providerId="AD" clId="Web-{BBDF1B1A-5093-0ED5-C5DC-E8EC2E32DA60}" dt="2022-05-05T14:38:10.644" v="64"/>
        <pc:sldMkLst>
          <pc:docMk/>
          <pc:sldMk cId="3344300701" sldId="301"/>
        </pc:sldMkLst>
      </pc:sldChg>
      <pc:sldChg chg="del">
        <pc:chgData name="Hogan, Emma" userId="S::emma.hogan@metoffice.gov.uk::bbc2d92f-30d5-4629-8143-c389355c56b3" providerId="AD" clId="Web-{BBDF1B1A-5093-0ED5-C5DC-E8EC2E32DA60}" dt="2022-05-05T14:38:05.894" v="58"/>
        <pc:sldMkLst>
          <pc:docMk/>
          <pc:sldMk cId="3392424044" sldId="303"/>
        </pc:sldMkLst>
      </pc:sldChg>
    </pc:docChg>
  </pc:docChgLst>
  <pc:docChgLst>
    <pc:chgData name="Emma Hogan" userId="S::emma.hogan@metoffice.gov.uk::bbc2d92f-30d5-4629-8143-c389355c56b3" providerId="AD" clId="Web-{855DCA47-6875-2EFA-68A3-C9C5F713795D}"/>
    <pc:docChg chg="modSld">
      <pc:chgData name="Emma Hogan" userId="S::emma.hogan@metoffice.gov.uk::bbc2d92f-30d5-4629-8143-c389355c56b3" providerId="AD" clId="Web-{855DCA47-6875-2EFA-68A3-C9C5F713795D}" dt="2023-06-05T07:38:54.688" v="87"/>
      <pc:docMkLst>
        <pc:docMk/>
      </pc:docMkLst>
    </pc:docChg>
  </pc:docChgLst>
  <pc:docChgLst>
    <pc:chgData clId="Web-{D8ADF4A7-13CF-872D-580F-C22B1AD35C83}"/>
    <pc:docChg chg="modSld">
      <pc:chgData name="" userId="" providerId="" clId="Web-{D8ADF4A7-13CF-872D-580F-C22B1AD35C83}" dt="2025-01-27T09:48:34.064" v="0" actId="20577"/>
      <pc:docMkLst>
        <pc:docMk/>
      </pc:docMkLst>
      <pc:sldChg chg="modSp">
        <pc:chgData name="" userId="" providerId="" clId="Web-{D8ADF4A7-13CF-872D-580F-C22B1AD35C83}" dt="2025-01-27T09:48:34.064" v="0" actId="20577"/>
        <pc:sldMkLst>
          <pc:docMk/>
          <pc:sldMk cId="997800256" sldId="287"/>
        </pc:sldMkLst>
      </pc:sldChg>
    </pc:docChg>
  </pc:docChgLst>
  <pc:docChgLst>
    <pc:chgData name="Hogan, Emma" userId="S::emma.hogan@metoffice.gov.uk::bbc2d92f-30d5-4629-8143-c389355c56b3" providerId="AD" clId="Web-{DF9EBF68-44C2-3C39-2588-99DD46E7F100}"/>
    <pc:docChg chg="addSld delSld modSld sldOrd">
      <pc:chgData name="Hogan, Emma" userId="S::emma.hogan@metoffice.gov.uk::bbc2d92f-30d5-4629-8143-c389355c56b3" providerId="AD" clId="Web-{DF9EBF68-44C2-3C39-2588-99DD46E7F100}" dt="2022-05-16T09:44:19.415" v="315" actId="20577"/>
      <pc:docMkLst>
        <pc:docMk/>
      </pc:docMkLst>
      <pc:sldChg chg="modSp">
        <pc:chgData name="Hogan, Emma" userId="S::emma.hogan@metoffice.gov.uk::bbc2d92f-30d5-4629-8143-c389355c56b3" providerId="AD" clId="Web-{DF9EBF68-44C2-3C39-2588-99DD46E7F100}" dt="2022-05-16T09:44:19.415" v="315" actId="20577"/>
        <pc:sldMkLst>
          <pc:docMk/>
          <pc:sldMk cId="650577767" sldId="310"/>
        </pc:sldMkLst>
      </pc:sldChg>
      <pc:sldChg chg="modSp">
        <pc:chgData name="Hogan, Emma" userId="S::emma.hogan@metoffice.gov.uk::bbc2d92f-30d5-4629-8143-c389355c56b3" providerId="AD" clId="Web-{DF9EBF68-44C2-3C39-2588-99DD46E7F100}" dt="2022-05-16T09:44:12.602" v="314" actId="20577"/>
        <pc:sldMkLst>
          <pc:docMk/>
          <pc:sldMk cId="413927354" sldId="311"/>
        </pc:sldMkLst>
      </pc:sldChg>
      <pc:sldChg chg="modSp">
        <pc:chgData name="Hogan, Emma" userId="S::emma.hogan@metoffice.gov.uk::bbc2d92f-30d5-4629-8143-c389355c56b3" providerId="AD" clId="Web-{DF9EBF68-44C2-3C39-2588-99DD46E7F100}" dt="2022-05-16T09:15:12.692" v="69" actId="20577"/>
        <pc:sldMkLst>
          <pc:docMk/>
          <pc:sldMk cId="2594456067" sldId="314"/>
        </pc:sldMkLst>
      </pc:sldChg>
      <pc:sldChg chg="new del">
        <pc:chgData name="Hogan, Emma" userId="S::emma.hogan@metoffice.gov.uk::bbc2d92f-30d5-4629-8143-c389355c56b3" providerId="AD" clId="Web-{DF9EBF68-44C2-3C39-2588-99DD46E7F100}" dt="2022-05-16T07:38:08.720" v="8"/>
        <pc:sldMkLst>
          <pc:docMk/>
          <pc:sldMk cId="2194985120" sldId="317"/>
        </pc:sldMkLst>
      </pc:sldChg>
      <pc:sldChg chg="modSp new ord">
        <pc:chgData name="Hogan, Emma" userId="S::emma.hogan@metoffice.gov.uk::bbc2d92f-30d5-4629-8143-c389355c56b3" providerId="AD" clId="Web-{DF9EBF68-44C2-3C39-2588-99DD46E7F100}" dt="2022-05-16T09:15:37.021" v="80" actId="20577"/>
        <pc:sldMkLst>
          <pc:docMk/>
          <pc:sldMk cId="2395409213" sldId="317"/>
        </pc:sldMkLst>
      </pc:sldChg>
      <pc:sldChg chg="new del">
        <pc:chgData name="Hogan, Emma" userId="S::emma.hogan@metoffice.gov.uk::bbc2d92f-30d5-4629-8143-c389355c56b3" providerId="AD" clId="Web-{DF9EBF68-44C2-3C39-2588-99DD46E7F100}" dt="2022-05-16T07:37:58.891" v="6"/>
        <pc:sldMkLst>
          <pc:docMk/>
          <pc:sldMk cId="4287223737" sldId="317"/>
        </pc:sldMkLst>
      </pc:sldChg>
      <pc:sldChg chg="modSp add replId">
        <pc:chgData name="Hogan, Emma" userId="S::emma.hogan@metoffice.gov.uk::bbc2d92f-30d5-4629-8143-c389355c56b3" providerId="AD" clId="Web-{DF9EBF68-44C2-3C39-2588-99DD46E7F100}" dt="2022-05-16T09:15:51.959" v="82" actId="20577"/>
        <pc:sldMkLst>
          <pc:docMk/>
          <pc:sldMk cId="3270548244" sldId="318"/>
        </pc:sldMkLst>
      </pc:sldChg>
    </pc:docChg>
  </pc:docChgLst>
  <pc:docChgLst>
    <pc:chgData name="Emma Hogan" userId="bbc2d92f-30d5-4629-8143-c389355c56b3" providerId="ADAL" clId="{AF196E12-1F5C-47C0-A544-FC2FA7F05442}"/>
    <pc:docChg chg="undo custSel modSld modMainMaster">
      <pc:chgData name="Emma Hogan" userId="bbc2d92f-30d5-4629-8143-c389355c56b3" providerId="ADAL" clId="{AF196E12-1F5C-47C0-A544-FC2FA7F05442}" dt="2025-01-25T17:01:32.009" v="3125"/>
      <pc:docMkLst>
        <pc:docMk/>
      </pc:docMkLst>
      <pc:sldMasterChg chg="modSldLayout">
        <pc:chgData name="Emma Hogan" userId="bbc2d92f-30d5-4629-8143-c389355c56b3" providerId="ADAL" clId="{AF196E12-1F5C-47C0-A544-FC2FA7F05442}" dt="2025-01-25T13:29:30.683" v="1" actId="20577"/>
        <pc:sldMasterMkLst>
          <pc:docMk/>
          <pc:sldMasterMk cId="3098655942" sldId="2147483658"/>
        </pc:sldMasterMkLst>
        <pc:sldLayoutChg chg="modSp mod">
          <pc:chgData name="Emma Hogan" userId="bbc2d92f-30d5-4629-8143-c389355c56b3" providerId="ADAL" clId="{AF196E12-1F5C-47C0-A544-FC2FA7F05442}" dt="2025-01-25T13:29:30.683" v="1" actId="20577"/>
          <pc:sldLayoutMkLst>
            <pc:docMk/>
            <pc:sldMasterMk cId="3098655942" sldId="2147483658"/>
            <pc:sldLayoutMk cId="1936347277" sldId="2147483679"/>
          </pc:sldLayoutMkLst>
        </pc:sldLayoutChg>
      </pc:sldMasterChg>
    </pc:docChg>
  </pc:docChgLst>
  <pc:docChgLst>
    <pc:chgData name="Hogan, Emma" userId="S::emma.hogan@metoffice.gov.uk::bbc2d92f-30d5-4629-8143-c389355c56b3" providerId="AD" clId="Web-{9E6857FE-6323-0D50-C137-F85AA27830FD}"/>
    <pc:docChg chg="addSld delSld modSld sldOrd">
      <pc:chgData name="Hogan, Emma" userId="S::emma.hogan@metoffice.gov.uk::bbc2d92f-30d5-4629-8143-c389355c56b3" providerId="AD" clId="Web-{9E6857FE-6323-0D50-C137-F85AA27830FD}" dt="2022-04-06T12:37:14.865" v="400" actId="20577"/>
      <pc:docMkLst>
        <pc:docMk/>
      </pc:docMkLst>
      <pc:sldChg chg="modSp ord">
        <pc:chgData name="Hogan, Emma" userId="S::emma.hogan@metoffice.gov.uk::bbc2d92f-30d5-4629-8143-c389355c56b3" providerId="AD" clId="Web-{9E6857FE-6323-0D50-C137-F85AA27830FD}" dt="2022-04-06T12:37:14.865" v="400" actId="20577"/>
        <pc:sldMkLst>
          <pc:docMk/>
          <pc:sldMk cId="3592233888" sldId="288"/>
        </pc:sldMkLst>
      </pc:sldChg>
      <pc:sldChg chg="modSp ord">
        <pc:chgData name="Hogan, Emma" userId="S::emma.hogan@metoffice.gov.uk::bbc2d92f-30d5-4629-8143-c389355c56b3" providerId="AD" clId="Web-{9E6857FE-6323-0D50-C137-F85AA27830FD}" dt="2022-04-06T11:08:05.891" v="275" actId="20577"/>
        <pc:sldMkLst>
          <pc:docMk/>
          <pc:sldMk cId="3422492616" sldId="289"/>
        </pc:sldMkLst>
      </pc:sldChg>
      <pc:sldChg chg="modSp">
        <pc:chgData name="Hogan, Emma" userId="S::emma.hogan@metoffice.gov.uk::bbc2d92f-30d5-4629-8143-c389355c56b3" providerId="AD" clId="Web-{9E6857FE-6323-0D50-C137-F85AA27830FD}" dt="2022-04-06T11:11:32.459" v="341" actId="20577"/>
        <pc:sldMkLst>
          <pc:docMk/>
          <pc:sldMk cId="1335704406" sldId="290"/>
        </pc:sldMkLst>
      </pc:sldChg>
      <pc:sldChg chg="modSp">
        <pc:chgData name="Hogan, Emma" userId="S::emma.hogan@metoffice.gov.uk::bbc2d92f-30d5-4629-8143-c389355c56b3" providerId="AD" clId="Web-{9E6857FE-6323-0D50-C137-F85AA27830FD}" dt="2022-04-06T11:09:20.440" v="307" actId="20577"/>
        <pc:sldMkLst>
          <pc:docMk/>
          <pc:sldMk cId="3966615095" sldId="291"/>
        </pc:sldMkLst>
      </pc:sldChg>
      <pc:sldChg chg="modSp ord">
        <pc:chgData name="Hogan, Emma" userId="S::emma.hogan@metoffice.gov.uk::bbc2d92f-30d5-4629-8143-c389355c56b3" providerId="AD" clId="Web-{9E6857FE-6323-0D50-C137-F85AA27830FD}" dt="2022-04-06T11:10:14.363" v="326" actId="20577"/>
        <pc:sldMkLst>
          <pc:docMk/>
          <pc:sldMk cId="326349841" sldId="292"/>
        </pc:sldMkLst>
      </pc:sldChg>
      <pc:sldChg chg="modSp">
        <pc:chgData name="Hogan, Emma" userId="S::emma.hogan@metoffice.gov.uk::bbc2d92f-30d5-4629-8143-c389355c56b3" providerId="AD" clId="Web-{9E6857FE-6323-0D50-C137-F85AA27830FD}" dt="2022-04-06T12:36:04.520" v="386" actId="20577"/>
        <pc:sldMkLst>
          <pc:docMk/>
          <pc:sldMk cId="991805489" sldId="293"/>
        </pc:sldMkLst>
      </pc:sldChg>
      <pc:sldChg chg="modSp">
        <pc:chgData name="Hogan, Emma" userId="S::emma.hogan@metoffice.gov.uk::bbc2d92f-30d5-4629-8143-c389355c56b3" providerId="AD" clId="Web-{9E6857FE-6323-0D50-C137-F85AA27830FD}" dt="2022-04-06T10:46:34.870" v="7" actId="20577"/>
        <pc:sldMkLst>
          <pc:docMk/>
          <pc:sldMk cId="2974826701" sldId="294"/>
        </pc:sldMkLst>
      </pc:sldChg>
      <pc:sldChg chg="modSp">
        <pc:chgData name="Hogan, Emma" userId="S::emma.hogan@metoffice.gov.uk::bbc2d92f-30d5-4629-8143-c389355c56b3" providerId="AD" clId="Web-{9E6857FE-6323-0D50-C137-F85AA27830FD}" dt="2022-04-06T11:11:10.334" v="338" actId="20577"/>
        <pc:sldMkLst>
          <pc:docMk/>
          <pc:sldMk cId="2150757564" sldId="295"/>
        </pc:sldMkLst>
      </pc:sldChg>
      <pc:sldChg chg="modSp add replId">
        <pc:chgData name="Hogan, Emma" userId="S::emma.hogan@metoffice.gov.uk::bbc2d92f-30d5-4629-8143-c389355c56b3" providerId="AD" clId="Web-{9E6857FE-6323-0D50-C137-F85AA27830FD}" dt="2022-04-06T11:01:06.989" v="99" actId="20577"/>
        <pc:sldMkLst>
          <pc:docMk/>
          <pc:sldMk cId="860781765" sldId="296"/>
        </pc:sldMkLst>
      </pc:sldChg>
      <pc:sldChg chg="addSp modSp add replId">
        <pc:chgData name="Hogan, Emma" userId="S::emma.hogan@metoffice.gov.uk::bbc2d92f-30d5-4629-8143-c389355c56b3" providerId="AD" clId="Web-{9E6857FE-6323-0D50-C137-F85AA27830FD}" dt="2022-04-06T12:34:40.972" v="375" actId="20577"/>
        <pc:sldMkLst>
          <pc:docMk/>
          <pc:sldMk cId="1467949777" sldId="297"/>
        </pc:sldMkLst>
      </pc:sldChg>
      <pc:sldChg chg="modSp add replId">
        <pc:chgData name="Hogan, Emma" userId="S::emma.hogan@metoffice.gov.uk::bbc2d92f-30d5-4629-8143-c389355c56b3" providerId="AD" clId="Web-{9E6857FE-6323-0D50-C137-F85AA27830FD}" dt="2022-04-06T12:37:08.943" v="394" actId="20577"/>
        <pc:sldMkLst>
          <pc:docMk/>
          <pc:sldMk cId="1187708893" sldId="298"/>
        </pc:sldMkLst>
      </pc:sldChg>
      <pc:sldChg chg="add del replId">
        <pc:chgData name="Hogan, Emma" userId="S::emma.hogan@metoffice.gov.uk::bbc2d92f-30d5-4629-8143-c389355c56b3" providerId="AD" clId="Web-{9E6857FE-6323-0D50-C137-F85AA27830FD}" dt="2022-04-06T11:06:41.373" v="252"/>
        <pc:sldMkLst>
          <pc:docMk/>
          <pc:sldMk cId="3624685705" sldId="298"/>
        </pc:sldMkLst>
      </pc:sldChg>
    </pc:docChg>
  </pc:docChgLst>
  <pc:docChgLst>
    <pc:chgData name="Hogan, Emma" userId="S::emma.hogan@metoffice.gov.uk::bbc2d92f-30d5-4629-8143-c389355c56b3" providerId="AD" clId="Web-{2F1931CB-3E33-75B6-0353-470B8CA6FF18}"/>
    <pc:docChg chg="modSld">
      <pc:chgData name="Hogan, Emma" userId="S::emma.hogan@metoffice.gov.uk::bbc2d92f-30d5-4629-8143-c389355c56b3" providerId="AD" clId="Web-{2F1931CB-3E33-75B6-0353-470B8CA6FF18}" dt="2023-01-30T16:54:15.739" v="2" actId="20577"/>
      <pc:docMkLst>
        <pc:docMk/>
      </pc:docMkLst>
    </pc:docChg>
  </pc:docChgLst>
  <pc:docChgLst>
    <pc:chgData name="Hogan, Emma" userId="S::emma.hogan@metoffice.gov.uk::bbc2d92f-30d5-4629-8143-c389355c56b3" providerId="AD" clId="Web-{BEAB5ACE-8584-2EF8-F26A-644542B67353}"/>
    <pc:docChg chg="modSld">
      <pc:chgData name="Hogan, Emma" userId="S::emma.hogan@metoffice.gov.uk::bbc2d92f-30d5-4629-8143-c389355c56b3" providerId="AD" clId="Web-{BEAB5ACE-8584-2EF8-F26A-644542B67353}" dt="2022-04-08T10:43:27.378" v="74" actId="20577"/>
      <pc:docMkLst>
        <pc:docMk/>
      </pc:docMkLst>
      <pc:sldChg chg="modSp">
        <pc:chgData name="Hogan, Emma" userId="S::emma.hogan@metoffice.gov.uk::bbc2d92f-30d5-4629-8143-c389355c56b3" providerId="AD" clId="Web-{BEAB5ACE-8584-2EF8-F26A-644542B67353}" dt="2022-04-08T10:43:27.378" v="74" actId="20577"/>
        <pc:sldMkLst>
          <pc:docMk/>
          <pc:sldMk cId="374476151" sldId="299"/>
        </pc:sldMkLst>
      </pc:sldChg>
    </pc:docChg>
  </pc:docChgLst>
  <pc:docChgLst>
    <pc:chgData name="Emma Hogan" userId="bbc2d92f-30d5-4629-8143-c389355c56b3" providerId="ADAL" clId="{38FA9240-AC81-4E0B-91D5-B807B22B1E0B}"/>
    <pc:docChg chg="undo redo custSel addSld delSld modSld sldOrd">
      <pc:chgData name="Emma Hogan" userId="bbc2d92f-30d5-4629-8143-c389355c56b3" providerId="ADAL" clId="{38FA9240-AC81-4E0B-91D5-B807B22B1E0B}" dt="2025-05-14T08:50:03.280" v="1288"/>
      <pc:docMkLst>
        <pc:docMk/>
      </pc:docMkLst>
      <pc:sldChg chg="addSp delSp modSp new mod">
        <pc:chgData name="Emma Hogan" userId="bbc2d92f-30d5-4629-8143-c389355c56b3" providerId="ADAL" clId="{38FA9240-AC81-4E0B-91D5-B807B22B1E0B}" dt="2025-04-29T07:32:17.132" v="1235" actId="14100"/>
        <pc:sldMkLst>
          <pc:docMk/>
          <pc:sldMk cId="85381253" sldId="318"/>
        </pc:sldMkLst>
      </pc:sldChg>
      <pc:sldChg chg="addSp modSp new mod">
        <pc:chgData name="Emma Hogan" userId="bbc2d92f-30d5-4629-8143-c389355c56b3" providerId="ADAL" clId="{38FA9240-AC81-4E0B-91D5-B807B22B1E0B}" dt="2025-04-28T13:44:24.740" v="1068" actId="113"/>
        <pc:sldMkLst>
          <pc:docMk/>
          <pc:sldMk cId="2463318929" sldId="319"/>
        </pc:sldMkLst>
      </pc:sldChg>
      <pc:sldChg chg="modSp new del mod">
        <pc:chgData name="Emma Hogan" userId="bbc2d92f-30d5-4629-8143-c389355c56b3" providerId="ADAL" clId="{38FA9240-AC81-4E0B-91D5-B807B22B1E0B}" dt="2025-04-28T13:38:35.916" v="896" actId="47"/>
        <pc:sldMkLst>
          <pc:docMk/>
          <pc:sldMk cId="3135468909" sldId="320"/>
        </pc:sldMkLst>
      </pc:sldChg>
      <pc:sldChg chg="modSp new mod">
        <pc:chgData name="Emma Hogan" userId="bbc2d92f-30d5-4629-8143-c389355c56b3" providerId="ADAL" clId="{38FA9240-AC81-4E0B-91D5-B807B22B1E0B}" dt="2025-04-28T13:33:31.614" v="629" actId="33524"/>
        <pc:sldMkLst>
          <pc:docMk/>
          <pc:sldMk cId="4221792091" sldId="321"/>
        </pc:sldMkLst>
      </pc:sldChg>
      <pc:sldChg chg="modSp new mod">
        <pc:chgData name="Emma Hogan" userId="bbc2d92f-30d5-4629-8143-c389355c56b3" providerId="ADAL" clId="{38FA9240-AC81-4E0B-91D5-B807B22B1E0B}" dt="2025-04-28T13:37:37.732" v="868" actId="33524"/>
        <pc:sldMkLst>
          <pc:docMk/>
          <pc:sldMk cId="743877782" sldId="322"/>
        </pc:sldMkLst>
      </pc:sldChg>
      <pc:sldChg chg="modSp new mod">
        <pc:chgData name="Emma Hogan" userId="bbc2d92f-30d5-4629-8143-c389355c56b3" providerId="ADAL" clId="{38FA9240-AC81-4E0B-91D5-B807B22B1E0B}" dt="2025-04-28T13:46:46.808" v="1120" actId="6549"/>
        <pc:sldMkLst>
          <pc:docMk/>
          <pc:sldMk cId="1474783415" sldId="323"/>
        </pc:sldMkLst>
      </pc:sldChg>
      <pc:sldChg chg="addSp delSp modSp new mod ord">
        <pc:chgData name="Emma Hogan" userId="bbc2d92f-30d5-4629-8143-c389355c56b3" providerId="ADAL" clId="{38FA9240-AC81-4E0B-91D5-B807B22B1E0B}" dt="2025-04-29T07:30:12.574" v="1233" actId="12789"/>
        <pc:sldMkLst>
          <pc:docMk/>
          <pc:sldMk cId="1052958315" sldId="324"/>
        </pc:sldMkLst>
      </pc:sldChg>
      <pc:sldChg chg="addSp delSp modSp new mod">
        <pc:chgData name="Emma Hogan" userId="bbc2d92f-30d5-4629-8143-c389355c56b3" providerId="ADAL" clId="{38FA9240-AC81-4E0B-91D5-B807B22B1E0B}" dt="2025-04-29T07:25:05.549" v="1191" actId="1035"/>
        <pc:sldMkLst>
          <pc:docMk/>
          <pc:sldMk cId="2800812364" sldId="325"/>
        </pc:sldMkLst>
      </pc:sldChg>
      <pc:sldChg chg="addSp delSp modSp new mod modNotesTx">
        <pc:chgData name="Emma Hogan" userId="bbc2d92f-30d5-4629-8143-c389355c56b3" providerId="ADAL" clId="{38FA9240-AC81-4E0B-91D5-B807B22B1E0B}" dt="2025-05-14T08:50:03.280" v="1288"/>
        <pc:sldMkLst>
          <pc:docMk/>
          <pc:sldMk cId="2801663901" sldId="326"/>
        </pc:sldMkLst>
      </pc:sldChg>
    </pc:docChg>
  </pc:docChgLst>
  <pc:docChgLst>
    <pc:chgData name="Emma Hogan" userId="S::emma.hogan@metoffice.gov.uk::bbc2d92f-30d5-4629-8143-c389355c56b3" providerId="AD" clId="Web-{D8DBDC80-5F73-D4C2-4E86-4563B96E979F}"/>
    <pc:docChg chg="modSld">
      <pc:chgData name="Emma Hogan" userId="S::emma.hogan@metoffice.gov.uk::bbc2d92f-30d5-4629-8143-c389355c56b3" providerId="AD" clId="Web-{D8DBDC80-5F73-D4C2-4E86-4563B96E979F}" dt="2023-10-30T17:42:53.347" v="302" actId="20577"/>
      <pc:docMkLst>
        <pc:docMk/>
      </pc:docMkLst>
      <pc:sldChg chg="modSp">
        <pc:chgData name="Emma Hogan" userId="S::emma.hogan@metoffice.gov.uk::bbc2d92f-30d5-4629-8143-c389355c56b3" providerId="AD" clId="Web-{D8DBDC80-5F73-D4C2-4E86-4563B96E979F}" dt="2023-10-30T17:38:52.263" v="223" actId="20577"/>
        <pc:sldMkLst>
          <pc:docMk/>
          <pc:sldMk cId="650577767" sldId="310"/>
        </pc:sldMkLst>
      </pc:sldChg>
      <pc:sldChg chg="modSp">
        <pc:chgData name="Emma Hogan" userId="S::emma.hogan@metoffice.gov.uk::bbc2d92f-30d5-4629-8143-c389355c56b3" providerId="AD" clId="Web-{D8DBDC80-5F73-D4C2-4E86-4563B96E979F}" dt="2023-10-30T17:42:53.347" v="302" actId="20577"/>
        <pc:sldMkLst>
          <pc:docMk/>
          <pc:sldMk cId="2632552676" sldId="315"/>
        </pc:sldMkLst>
      </pc:sldChg>
    </pc:docChg>
  </pc:docChgLst>
  <pc:docChgLst>
    <pc:chgData name="Hogan, Emma" userId="bbc2d92f-30d5-4629-8143-c389355c56b3" providerId="ADAL" clId="{C43ED3A1-B9C4-4E93-B204-1D43973DD398}"/>
    <pc:docChg chg="undo redo custSel addSld delSld modSld sldOrd delMainMaster">
      <pc:chgData name="Hogan, Emma" userId="bbc2d92f-30d5-4629-8143-c389355c56b3" providerId="ADAL" clId="{C43ED3A1-B9C4-4E93-B204-1D43973DD398}" dt="2022-05-18T17:52:33.708" v="4905" actId="1036"/>
      <pc:docMkLst>
        <pc:docMk/>
      </pc:docMkLst>
      <pc:sldChg chg="modSp del mod">
        <pc:chgData name="Hogan, Emma" userId="bbc2d92f-30d5-4629-8143-c389355c56b3" providerId="ADAL" clId="{C43ED3A1-B9C4-4E93-B204-1D43973DD398}" dt="2022-05-13T16:59:56.888" v="34" actId="47"/>
        <pc:sldMkLst>
          <pc:docMk/>
          <pc:sldMk cId="1889431773" sldId="256"/>
        </pc:sldMkLst>
      </pc:sldChg>
      <pc:sldChg chg="modSp mod">
        <pc:chgData name="Hogan, Emma" userId="bbc2d92f-30d5-4629-8143-c389355c56b3" providerId="ADAL" clId="{C43ED3A1-B9C4-4E93-B204-1D43973DD398}" dt="2022-05-16T07:03:02.986" v="4567" actId="20577"/>
        <pc:sldMkLst>
          <pc:docMk/>
          <pc:sldMk cId="997800256" sldId="287"/>
        </pc:sldMkLst>
      </pc:sldChg>
      <pc:sldChg chg="addSp delSp modSp del mod">
        <pc:chgData name="Hogan, Emma" userId="bbc2d92f-30d5-4629-8143-c389355c56b3" providerId="ADAL" clId="{C43ED3A1-B9C4-4E93-B204-1D43973DD398}" dt="2022-05-13T17:53:30.806" v="1168" actId="47"/>
        <pc:sldMkLst>
          <pc:docMk/>
          <pc:sldMk cId="3457246749" sldId="292"/>
        </pc:sldMkLst>
      </pc:sldChg>
      <pc:sldChg chg="modSp del mod">
        <pc:chgData name="Hogan, Emma" userId="bbc2d92f-30d5-4629-8143-c389355c56b3" providerId="ADAL" clId="{C43ED3A1-B9C4-4E93-B204-1D43973DD398}" dt="2022-05-13T17:55:10.827" v="1319" actId="47"/>
        <pc:sldMkLst>
          <pc:docMk/>
          <pc:sldMk cId="824139782" sldId="293"/>
        </pc:sldMkLst>
      </pc:sldChg>
      <pc:sldChg chg="modSp del mod">
        <pc:chgData name="Hogan, Emma" userId="bbc2d92f-30d5-4629-8143-c389355c56b3" providerId="ADAL" clId="{C43ED3A1-B9C4-4E93-B204-1D43973DD398}" dt="2022-05-13T17:57:59.426" v="1471" actId="47"/>
        <pc:sldMkLst>
          <pc:docMk/>
          <pc:sldMk cId="3842821397" sldId="294"/>
        </pc:sldMkLst>
      </pc:sldChg>
      <pc:sldChg chg="modSp del mod">
        <pc:chgData name="Hogan, Emma" userId="bbc2d92f-30d5-4629-8143-c389355c56b3" providerId="ADAL" clId="{C43ED3A1-B9C4-4E93-B204-1D43973DD398}" dt="2022-05-13T17:59:05.579" v="1553" actId="47"/>
        <pc:sldMkLst>
          <pc:docMk/>
          <pc:sldMk cId="2875519672" sldId="295"/>
        </pc:sldMkLst>
      </pc:sldChg>
      <pc:sldChg chg="modSp del mod">
        <pc:chgData name="Hogan, Emma" userId="bbc2d92f-30d5-4629-8143-c389355c56b3" providerId="ADAL" clId="{C43ED3A1-B9C4-4E93-B204-1D43973DD398}" dt="2022-05-13T18:00:21.516" v="1616" actId="47"/>
        <pc:sldMkLst>
          <pc:docMk/>
          <pc:sldMk cId="2752745121" sldId="296"/>
        </pc:sldMkLst>
      </pc:sldChg>
      <pc:sldChg chg="modSp del mod">
        <pc:chgData name="Hogan, Emma" userId="bbc2d92f-30d5-4629-8143-c389355c56b3" providerId="ADAL" clId="{C43ED3A1-B9C4-4E93-B204-1D43973DD398}" dt="2022-05-13T18:02:36.139" v="1766" actId="47"/>
        <pc:sldMkLst>
          <pc:docMk/>
          <pc:sldMk cId="578034215" sldId="297"/>
        </pc:sldMkLst>
      </pc:sldChg>
      <pc:sldChg chg="modSp del mod">
        <pc:chgData name="Hogan, Emma" userId="bbc2d92f-30d5-4629-8143-c389355c56b3" providerId="ADAL" clId="{C43ED3A1-B9C4-4E93-B204-1D43973DD398}" dt="2022-05-13T18:06:23.712" v="1971" actId="47"/>
        <pc:sldMkLst>
          <pc:docMk/>
          <pc:sldMk cId="3985229808" sldId="298"/>
        </pc:sldMkLst>
      </pc:sldChg>
      <pc:sldChg chg="modSp del mod">
        <pc:chgData name="Hogan, Emma" userId="bbc2d92f-30d5-4629-8143-c389355c56b3" providerId="ADAL" clId="{C43ED3A1-B9C4-4E93-B204-1D43973DD398}" dt="2022-05-13T18:09:28.212" v="2097" actId="47"/>
        <pc:sldMkLst>
          <pc:docMk/>
          <pc:sldMk cId="1476606168" sldId="299"/>
        </pc:sldMkLst>
      </pc:sldChg>
      <pc:sldChg chg="modSp del mod ord">
        <pc:chgData name="Hogan, Emma" userId="bbc2d92f-30d5-4629-8143-c389355c56b3" providerId="ADAL" clId="{C43ED3A1-B9C4-4E93-B204-1D43973DD398}" dt="2022-05-13T18:35:29.911" v="2809" actId="47"/>
        <pc:sldMkLst>
          <pc:docMk/>
          <pc:sldMk cId="3397370716" sldId="300"/>
        </pc:sldMkLst>
      </pc:sldChg>
      <pc:sldChg chg="modSp del mod ord">
        <pc:chgData name="Hogan, Emma" userId="bbc2d92f-30d5-4629-8143-c389355c56b3" providerId="ADAL" clId="{C43ED3A1-B9C4-4E93-B204-1D43973DD398}" dt="2022-05-13T18:39:36.302" v="2988" actId="47"/>
        <pc:sldMkLst>
          <pc:docMk/>
          <pc:sldMk cId="3152014840" sldId="301"/>
        </pc:sldMkLst>
      </pc:sldChg>
      <pc:sldChg chg="modSp del mod ord">
        <pc:chgData name="Hogan, Emma" userId="bbc2d92f-30d5-4629-8143-c389355c56b3" providerId="ADAL" clId="{C43ED3A1-B9C4-4E93-B204-1D43973DD398}" dt="2022-05-13T18:39:38.838" v="2989" actId="47"/>
        <pc:sldMkLst>
          <pc:docMk/>
          <pc:sldMk cId="2674659165" sldId="302"/>
        </pc:sldMkLst>
      </pc:sldChg>
      <pc:sldChg chg="modSp del mod ord">
        <pc:chgData name="Hogan, Emma" userId="bbc2d92f-30d5-4629-8143-c389355c56b3" providerId="ADAL" clId="{C43ED3A1-B9C4-4E93-B204-1D43973DD398}" dt="2022-05-13T19:12:03.625" v="3891" actId="47"/>
        <pc:sldMkLst>
          <pc:docMk/>
          <pc:sldMk cId="969235217" sldId="303"/>
        </pc:sldMkLst>
      </pc:sldChg>
      <pc:sldChg chg="modSp del mod">
        <pc:chgData name="Hogan, Emma" userId="bbc2d92f-30d5-4629-8143-c389355c56b3" providerId="ADAL" clId="{C43ED3A1-B9C4-4E93-B204-1D43973DD398}" dt="2022-05-13T18:19:58.770" v="2334" actId="47"/>
        <pc:sldMkLst>
          <pc:docMk/>
          <pc:sldMk cId="2756269663" sldId="304"/>
        </pc:sldMkLst>
      </pc:sldChg>
      <pc:sldChg chg="modSp del mod">
        <pc:chgData name="Hogan, Emma" userId="bbc2d92f-30d5-4629-8143-c389355c56b3" providerId="ADAL" clId="{C43ED3A1-B9C4-4E93-B204-1D43973DD398}" dt="2022-05-13T18:31:30.889" v="2693" actId="47"/>
        <pc:sldMkLst>
          <pc:docMk/>
          <pc:sldMk cId="800524662" sldId="305"/>
        </pc:sldMkLst>
      </pc:sldChg>
      <pc:sldChg chg="modSp del mod">
        <pc:chgData name="Hogan, Emma" userId="bbc2d92f-30d5-4629-8143-c389355c56b3" providerId="ADAL" clId="{C43ED3A1-B9C4-4E93-B204-1D43973DD398}" dt="2022-05-13T18:12:10.474" v="2159" actId="47"/>
        <pc:sldMkLst>
          <pc:docMk/>
          <pc:sldMk cId="2129654122" sldId="306"/>
        </pc:sldMkLst>
      </pc:sldChg>
      <pc:sldChg chg="del">
        <pc:chgData name="Hogan, Emma" userId="bbc2d92f-30d5-4629-8143-c389355c56b3" providerId="ADAL" clId="{C43ED3A1-B9C4-4E93-B204-1D43973DD398}" dt="2022-05-13T16:53:58.411" v="5" actId="47"/>
        <pc:sldMkLst>
          <pc:docMk/>
          <pc:sldMk cId="2726048612" sldId="307"/>
        </pc:sldMkLst>
      </pc:sldChg>
      <pc:sldChg chg="new del">
        <pc:chgData name="Hogan, Emma" userId="bbc2d92f-30d5-4629-8143-c389355c56b3" providerId="ADAL" clId="{C43ED3A1-B9C4-4E93-B204-1D43973DD398}" dt="2022-05-13T16:59:57.616" v="35" actId="47"/>
        <pc:sldMkLst>
          <pc:docMk/>
          <pc:sldMk cId="3999429087" sldId="307"/>
        </pc:sldMkLst>
      </pc:sldChg>
      <pc:sldChg chg="addSp delSp modSp new del mod">
        <pc:chgData name="Hogan, Emma" userId="bbc2d92f-30d5-4629-8143-c389355c56b3" providerId="ADAL" clId="{C43ED3A1-B9C4-4E93-B204-1D43973DD398}" dt="2022-05-13T17:09:31.455" v="97" actId="47"/>
        <pc:sldMkLst>
          <pc:docMk/>
          <pc:sldMk cId="431927490" sldId="308"/>
        </pc:sldMkLst>
      </pc:sldChg>
      <pc:sldChg chg="addSp delSp modSp add del mod">
        <pc:chgData name="Hogan, Emma" userId="bbc2d92f-30d5-4629-8143-c389355c56b3" providerId="ADAL" clId="{C43ED3A1-B9C4-4E93-B204-1D43973DD398}" dt="2022-05-13T17:49:21.254" v="996" actId="47"/>
        <pc:sldMkLst>
          <pc:docMk/>
          <pc:sldMk cId="2254006171" sldId="309"/>
        </pc:sldMkLst>
      </pc:sldChg>
      <pc:sldChg chg="addSp delSp modSp add mod addAnim delAnim modAnim">
        <pc:chgData name="Hogan, Emma" userId="bbc2d92f-30d5-4629-8143-c389355c56b3" providerId="ADAL" clId="{C43ED3A1-B9C4-4E93-B204-1D43973DD398}" dt="2022-05-18T13:11:06.564" v="4637"/>
        <pc:sldMkLst>
          <pc:docMk/>
          <pc:sldMk cId="650577767" sldId="310"/>
        </pc:sldMkLst>
      </pc:sldChg>
      <pc:sldChg chg="addSp delSp modSp add mod ord modAnim">
        <pc:chgData name="Hogan, Emma" userId="bbc2d92f-30d5-4629-8143-c389355c56b3" providerId="ADAL" clId="{C43ED3A1-B9C4-4E93-B204-1D43973DD398}" dt="2022-05-18T17:52:33.708" v="4905" actId="1036"/>
        <pc:sldMkLst>
          <pc:docMk/>
          <pc:sldMk cId="413927354" sldId="311"/>
        </pc:sldMkLst>
      </pc:sldChg>
      <pc:sldChg chg="delSp modSp add mod modAnim">
        <pc:chgData name="Hogan, Emma" userId="bbc2d92f-30d5-4629-8143-c389355c56b3" providerId="ADAL" clId="{C43ED3A1-B9C4-4E93-B204-1D43973DD398}" dt="2022-05-18T16:20:07.713" v="4687"/>
        <pc:sldMkLst>
          <pc:docMk/>
          <pc:sldMk cId="2841850848" sldId="312"/>
        </pc:sldMkLst>
      </pc:sldChg>
      <pc:sldChg chg="delSp modSp add mod ord modAnim">
        <pc:chgData name="Hogan, Emma" userId="bbc2d92f-30d5-4629-8143-c389355c56b3" providerId="ADAL" clId="{C43ED3A1-B9C4-4E93-B204-1D43973DD398}" dt="2022-05-18T16:20:18.164" v="4698" actId="20577"/>
        <pc:sldMkLst>
          <pc:docMk/>
          <pc:sldMk cId="4063293407" sldId="313"/>
        </pc:sldMkLst>
      </pc:sldChg>
      <pc:sldChg chg="addSp delSp modSp add mod modAnim">
        <pc:chgData name="Hogan, Emma" userId="bbc2d92f-30d5-4629-8143-c389355c56b3" providerId="ADAL" clId="{C43ED3A1-B9C4-4E93-B204-1D43973DD398}" dt="2022-05-18T16:43:03.611" v="4818"/>
        <pc:sldMkLst>
          <pc:docMk/>
          <pc:sldMk cId="2594456067" sldId="314"/>
        </pc:sldMkLst>
      </pc:sldChg>
      <pc:sldChg chg="delSp modSp add mod modAnim">
        <pc:chgData name="Hogan, Emma" userId="bbc2d92f-30d5-4629-8143-c389355c56b3" providerId="ADAL" clId="{C43ED3A1-B9C4-4E93-B204-1D43973DD398}" dt="2022-05-18T17:30:13.317" v="4887" actId="6549"/>
        <pc:sldMkLst>
          <pc:docMk/>
          <pc:sldMk cId="2632552676" sldId="315"/>
        </pc:sldMkLst>
      </pc:sldChg>
      <pc:sldChg chg="addSp delSp modSp add del mod ord modShow">
        <pc:chgData name="Hogan, Emma" userId="bbc2d92f-30d5-4629-8143-c389355c56b3" providerId="ADAL" clId="{C43ED3A1-B9C4-4E93-B204-1D43973DD398}" dt="2022-05-18T16:41:38.856" v="4790" actId="47"/>
        <pc:sldMkLst>
          <pc:docMk/>
          <pc:sldMk cId="3363050201" sldId="316"/>
        </pc:sldMkLst>
      </pc:sldChg>
      <pc:sldChg chg="modSp mod">
        <pc:chgData name="Hogan, Emma" userId="bbc2d92f-30d5-4629-8143-c389355c56b3" providerId="ADAL" clId="{C43ED3A1-B9C4-4E93-B204-1D43973DD398}" dt="2022-05-18T16:44:02.263" v="4831" actId="20577"/>
        <pc:sldMkLst>
          <pc:docMk/>
          <pc:sldMk cId="2395409213" sldId="317"/>
        </pc:sldMkLst>
      </pc:sldChg>
      <pc:sldChg chg="modSp mod">
        <pc:chgData name="Hogan, Emma" userId="bbc2d92f-30d5-4629-8143-c389355c56b3" providerId="ADAL" clId="{C43ED3A1-B9C4-4E93-B204-1D43973DD398}" dt="2022-05-18T16:44:15.801" v="4844" actId="20577"/>
        <pc:sldMkLst>
          <pc:docMk/>
          <pc:sldMk cId="3270548244" sldId="318"/>
        </pc:sldMkLst>
      </pc:sldChg>
      <pc:sldMasterChg chg="del delSldLayout">
        <pc:chgData name="Hogan, Emma" userId="bbc2d92f-30d5-4629-8143-c389355c56b3" providerId="ADAL" clId="{C43ED3A1-B9C4-4E93-B204-1D43973DD398}" dt="2022-05-13T16:59:57.616" v="35" actId="47"/>
        <pc:sldMasterMkLst>
          <pc:docMk/>
          <pc:sldMasterMk cId="1109145131" sldId="2147483687"/>
        </pc:sldMasterMkLst>
        <pc:sldLayoutChg chg="del">
          <pc:chgData name="Hogan, Emma" userId="bbc2d92f-30d5-4629-8143-c389355c56b3" providerId="ADAL" clId="{C43ED3A1-B9C4-4E93-B204-1D43973DD398}" dt="2022-05-13T16:59:57.616" v="35" actId="47"/>
          <pc:sldLayoutMkLst>
            <pc:docMk/>
            <pc:sldMasterMk cId="1109145131" sldId="2147483687"/>
            <pc:sldLayoutMk cId="869177135" sldId="2147483688"/>
          </pc:sldLayoutMkLst>
        </pc:sldLayoutChg>
      </pc:sldMasterChg>
    </pc:docChg>
  </pc:docChgLst>
  <pc:docChgLst>
    <pc:chgData name="Emma Hogan" userId="S::emma.hogan@metoffice.gov.uk::bbc2d92f-30d5-4629-8143-c389355c56b3" providerId="AD" clId="Web-{6FC2D45D-BADC-75AF-B00B-EA1CA0800447}"/>
    <pc:docChg chg="modSld">
      <pc:chgData name="Emma Hogan" userId="S::emma.hogan@metoffice.gov.uk::bbc2d92f-30d5-4629-8143-c389355c56b3" providerId="AD" clId="Web-{6FC2D45D-BADC-75AF-B00B-EA1CA0800447}" dt="2023-10-23T13:40:07.696" v="658" actId="20577"/>
      <pc:docMkLst>
        <pc:docMk/>
      </pc:docMkLst>
      <pc:sldChg chg="modSp">
        <pc:chgData name="Emma Hogan" userId="S::emma.hogan@metoffice.gov.uk::bbc2d92f-30d5-4629-8143-c389355c56b3" providerId="AD" clId="Web-{6FC2D45D-BADC-75AF-B00B-EA1CA0800447}" dt="2023-10-23T12:41:29.056" v="203" actId="20577"/>
        <pc:sldMkLst>
          <pc:docMk/>
          <pc:sldMk cId="997800256" sldId="287"/>
        </pc:sldMkLst>
      </pc:sldChg>
      <pc:sldChg chg="addSp delSp modSp addAnim delAnim">
        <pc:chgData name="Emma Hogan" userId="S::emma.hogan@metoffice.gov.uk::bbc2d92f-30d5-4629-8143-c389355c56b3" providerId="AD" clId="Web-{6FC2D45D-BADC-75AF-B00B-EA1CA0800447}" dt="2023-10-23T13:40:07.696" v="658" actId="20577"/>
        <pc:sldMkLst>
          <pc:docMk/>
          <pc:sldMk cId="650577767" sldId="310"/>
        </pc:sldMkLst>
      </pc:sldChg>
      <pc:sldChg chg="delSp modSp addAnim delAnim">
        <pc:chgData name="Emma Hogan" userId="S::emma.hogan@metoffice.gov.uk::bbc2d92f-30d5-4629-8143-c389355c56b3" providerId="AD" clId="Web-{6FC2D45D-BADC-75AF-B00B-EA1CA0800447}" dt="2023-10-23T13:20:41.796" v="380" actId="20577"/>
        <pc:sldMkLst>
          <pc:docMk/>
          <pc:sldMk cId="2632552676" sldId="315"/>
        </pc:sldMkLst>
      </pc:sldChg>
      <pc:sldChg chg="modSp">
        <pc:chgData name="Emma Hogan" userId="S::emma.hogan@metoffice.gov.uk::bbc2d92f-30d5-4629-8143-c389355c56b3" providerId="AD" clId="Web-{6FC2D45D-BADC-75AF-B00B-EA1CA0800447}" dt="2023-10-23T12:41:44.760" v="205" actId="20577"/>
        <pc:sldMkLst>
          <pc:docMk/>
          <pc:sldMk cId="3270548244" sldId="318"/>
        </pc:sldMkLst>
      </pc:sldChg>
      <pc:sldChg chg="addSp delSp modSp addAnim delAnim">
        <pc:chgData name="Emma Hogan" userId="S::emma.hogan@metoffice.gov.uk::bbc2d92f-30d5-4629-8143-c389355c56b3" providerId="AD" clId="Web-{6FC2D45D-BADC-75AF-B00B-EA1CA0800447}" dt="2023-10-23T13:25:17.302" v="404" actId="20577"/>
        <pc:sldMkLst>
          <pc:docMk/>
          <pc:sldMk cId="3653918952" sldId="320"/>
        </pc:sldMkLst>
      </pc:sldChg>
    </pc:docChg>
  </pc:docChgLst>
  <pc:docChgLst>
    <pc:chgData name="Emma Hogan" userId="S::emma.hogan@metoffice.gov.uk::bbc2d92f-30d5-4629-8143-c389355c56b3" providerId="AD" clId="Web-{4A25D265-7CEA-2B78-9FBC-86263E077332}"/>
    <pc:docChg chg="modSld">
      <pc:chgData name="Emma Hogan" userId="S::emma.hogan@metoffice.gov.uk::bbc2d92f-30d5-4629-8143-c389355c56b3" providerId="AD" clId="Web-{4A25D265-7CEA-2B78-9FBC-86263E077332}" dt="2023-06-08T09:33:54.759" v="48" actId="20577"/>
      <pc:docMkLst>
        <pc:docMk/>
      </pc:docMkLst>
      <pc:sldChg chg="modSp">
        <pc:chgData name="Emma Hogan" userId="S::emma.hogan@metoffice.gov.uk::bbc2d92f-30d5-4629-8143-c389355c56b3" providerId="AD" clId="Web-{4A25D265-7CEA-2B78-9FBC-86263E077332}" dt="2023-06-08T09:33:54.759" v="48" actId="20577"/>
        <pc:sldMkLst>
          <pc:docMk/>
          <pc:sldMk cId="3653918952" sldId="320"/>
        </pc:sldMkLst>
      </pc:sldChg>
    </pc:docChg>
  </pc:docChgLst>
  <pc:docChgLst>
    <pc:chgData clId="Web-{0DE5E777-26F7-693C-2F0C-313A8D34FC23}"/>
    <pc:docChg chg="modSld">
      <pc:chgData name="" userId="" providerId="" clId="Web-{0DE5E777-26F7-693C-2F0C-313A8D34FC23}" dt="2023-06-02T15:26:33.058" v="5" actId="20577"/>
      <pc:docMkLst>
        <pc:docMk/>
      </pc:docMkLst>
      <pc:sldChg chg="modSp">
        <pc:chgData name="" userId="" providerId="" clId="Web-{0DE5E777-26F7-693C-2F0C-313A8D34FC23}" dt="2023-06-02T15:26:33.058" v="5" actId="20577"/>
        <pc:sldMkLst>
          <pc:docMk/>
          <pc:sldMk cId="997800256" sldId="287"/>
        </pc:sldMkLst>
      </pc:sldChg>
    </pc:docChg>
  </pc:docChgLst>
  <pc:docChgLst>
    <pc:chgData name="Hogan, Emma" userId="bbc2d92f-30d5-4629-8143-c389355c56b3" providerId="ADAL" clId="{F0AA6011-4AEB-4C4F-90E2-F8D0E5E082D2}"/>
    <pc:docChg chg="modSld">
      <pc:chgData name="Hogan, Emma" userId="bbc2d92f-30d5-4629-8143-c389355c56b3" providerId="ADAL" clId="{F0AA6011-4AEB-4C4F-90E2-F8D0E5E082D2}" dt="2022-05-10T08:01:22.834" v="8"/>
      <pc:docMkLst>
        <pc:docMk/>
      </pc:docMkLst>
      <pc:sldChg chg="modAnim">
        <pc:chgData name="Hogan, Emma" userId="bbc2d92f-30d5-4629-8143-c389355c56b3" providerId="ADAL" clId="{F0AA6011-4AEB-4C4F-90E2-F8D0E5E082D2}" dt="2022-05-10T08:00:51.014" v="5"/>
        <pc:sldMkLst>
          <pc:docMk/>
          <pc:sldMk cId="2350919745" sldId="285"/>
        </pc:sldMkLst>
      </pc:sldChg>
      <pc:sldChg chg="modAnim">
        <pc:chgData name="Hogan, Emma" userId="bbc2d92f-30d5-4629-8143-c389355c56b3" providerId="ADAL" clId="{F0AA6011-4AEB-4C4F-90E2-F8D0E5E082D2}" dt="2022-05-10T08:01:22.834" v="8"/>
        <pc:sldMkLst>
          <pc:docMk/>
          <pc:sldMk cId="3457246749" sldId="292"/>
        </pc:sldMkLst>
      </pc:sldChg>
      <pc:sldChg chg="modAnim">
        <pc:chgData name="Hogan, Emma" userId="bbc2d92f-30d5-4629-8143-c389355c56b3" providerId="ADAL" clId="{F0AA6011-4AEB-4C4F-90E2-F8D0E5E082D2}" dt="2022-05-10T08:01:06.658" v="7"/>
        <pc:sldMkLst>
          <pc:docMk/>
          <pc:sldMk cId="709955286" sldId="294"/>
        </pc:sldMkLst>
      </pc:sldChg>
      <pc:sldChg chg="modAnim">
        <pc:chgData name="Hogan, Emma" userId="bbc2d92f-30d5-4629-8143-c389355c56b3" providerId="ADAL" clId="{F0AA6011-4AEB-4C4F-90E2-F8D0E5E082D2}" dt="2022-05-10T08:00:58.751" v="6"/>
        <pc:sldMkLst>
          <pc:docMk/>
          <pc:sldMk cId="385702820" sldId="295"/>
        </pc:sldMkLst>
      </pc:sldChg>
    </pc:docChg>
  </pc:docChgLst>
  <pc:docChgLst>
    <pc:chgData name="Emma Hogan" userId="S::emma.hogan@metoffice.gov.uk::bbc2d92f-30d5-4629-8143-c389355c56b3" providerId="AD" clId="Web-{B986899B-5E0C-81D8-89D9-39AB817ED3E7}"/>
    <pc:docChg chg="modSld">
      <pc:chgData name="Emma Hogan" userId="S::emma.hogan@metoffice.gov.uk::bbc2d92f-30d5-4629-8143-c389355c56b3" providerId="AD" clId="Web-{B986899B-5E0C-81D8-89D9-39AB817ED3E7}" dt="2024-04-23T07:24:35.912" v="10" actId="20577"/>
      <pc:docMkLst>
        <pc:docMk/>
      </pc:docMkLst>
      <pc:sldChg chg="modSp">
        <pc:chgData name="Emma Hogan" userId="S::emma.hogan@metoffice.gov.uk::bbc2d92f-30d5-4629-8143-c389355c56b3" providerId="AD" clId="Web-{B986899B-5E0C-81D8-89D9-39AB817ED3E7}" dt="2024-04-23T07:24:35.912" v="10" actId="20577"/>
        <pc:sldMkLst>
          <pc:docMk/>
          <pc:sldMk cId="997800256" sldId="287"/>
        </pc:sldMkLst>
      </pc:sldChg>
    </pc:docChg>
  </pc:docChgLst>
  <pc:docChgLst>
    <pc:chgData name="Hogan, Emma" userId="S::emma.hogan@metoffice.gov.uk::bbc2d92f-30d5-4629-8143-c389355c56b3" providerId="AD" clId="Web-{3B729375-9B1D-364A-13D9-90DBBE87BDD3}"/>
    <pc:docChg chg="addSld delSld modSld sldOrd">
      <pc:chgData name="Hogan, Emma" userId="S::emma.hogan@metoffice.gov.uk::bbc2d92f-30d5-4629-8143-c389355c56b3" providerId="AD" clId="Web-{3B729375-9B1D-364A-13D9-90DBBE87BDD3}" dt="2022-05-06T09:38:44.682" v="611" actId="20577"/>
      <pc:docMkLst>
        <pc:docMk/>
      </pc:docMkLst>
      <pc:sldChg chg="delSp modSp">
        <pc:chgData name="Hogan, Emma" userId="S::emma.hogan@metoffice.gov.uk::bbc2d92f-30d5-4629-8143-c389355c56b3" providerId="AD" clId="Web-{3B729375-9B1D-364A-13D9-90DBBE87BDD3}" dt="2022-05-06T07:11:35.189" v="558" actId="20577"/>
        <pc:sldMkLst>
          <pc:docMk/>
          <pc:sldMk cId="2350919745" sldId="285"/>
        </pc:sldMkLst>
      </pc:sldChg>
      <pc:sldChg chg="del">
        <pc:chgData name="Hogan, Emma" userId="S::emma.hogan@metoffice.gov.uk::bbc2d92f-30d5-4629-8143-c389355c56b3" providerId="AD" clId="Web-{3B729375-9B1D-364A-13D9-90DBBE87BDD3}" dt="2022-05-05T17:34:09.418" v="96"/>
        <pc:sldMkLst>
          <pc:docMk/>
          <pc:sldMk cId="2045554450" sldId="288"/>
        </pc:sldMkLst>
      </pc:sldChg>
      <pc:sldChg chg="modSp del">
        <pc:chgData name="Hogan, Emma" userId="S::emma.hogan@metoffice.gov.uk::bbc2d92f-30d5-4629-8143-c389355c56b3" providerId="AD" clId="Web-{3B729375-9B1D-364A-13D9-90DBBE87BDD3}" dt="2022-05-05T17:53:13.330" v="273"/>
        <pc:sldMkLst>
          <pc:docMk/>
          <pc:sldMk cId="771448620" sldId="289"/>
        </pc:sldMkLst>
      </pc:sldChg>
      <pc:sldChg chg="delSp modSp">
        <pc:chgData name="Hogan, Emma" userId="S::emma.hogan@metoffice.gov.uk::bbc2d92f-30d5-4629-8143-c389355c56b3" providerId="AD" clId="Web-{3B729375-9B1D-364A-13D9-90DBBE87BDD3}" dt="2022-05-06T09:38:44.682" v="611" actId="20577"/>
        <pc:sldMkLst>
          <pc:docMk/>
          <pc:sldMk cId="3904731024" sldId="290"/>
        </pc:sldMkLst>
      </pc:sldChg>
      <pc:sldChg chg="del">
        <pc:chgData name="Hogan, Emma" userId="S::emma.hogan@metoffice.gov.uk::bbc2d92f-30d5-4629-8143-c389355c56b3" providerId="AD" clId="Web-{3B729375-9B1D-364A-13D9-90DBBE87BDD3}" dt="2022-05-05T17:33:26.462" v="78"/>
        <pc:sldMkLst>
          <pc:docMk/>
          <pc:sldMk cId="993736442" sldId="291"/>
        </pc:sldMkLst>
      </pc:sldChg>
      <pc:sldChg chg="modSp add del replId">
        <pc:chgData name="Hogan, Emma" userId="S::emma.hogan@metoffice.gov.uk::bbc2d92f-30d5-4629-8143-c389355c56b3" providerId="AD" clId="Web-{3B729375-9B1D-364A-13D9-90DBBE87BDD3}" dt="2022-05-05T17:46:00.273" v="168"/>
        <pc:sldMkLst>
          <pc:docMk/>
          <pc:sldMk cId="1587025358" sldId="291"/>
        </pc:sldMkLst>
      </pc:sldChg>
      <pc:sldChg chg="modSp add del ord replId">
        <pc:chgData name="Hogan, Emma" userId="S::emma.hogan@metoffice.gov.uk::bbc2d92f-30d5-4629-8143-c389355c56b3" providerId="AD" clId="Web-{3B729375-9B1D-364A-13D9-90DBBE87BDD3}" dt="2022-05-05T17:43:51.671" v="115"/>
        <pc:sldMkLst>
          <pc:docMk/>
          <pc:sldMk cId="2444358183" sldId="292"/>
        </pc:sldMkLst>
      </pc:sldChg>
      <pc:sldChg chg="del">
        <pc:chgData name="Hogan, Emma" userId="S::emma.hogan@metoffice.gov.uk::bbc2d92f-30d5-4629-8143-c389355c56b3" providerId="AD" clId="Web-{3B729375-9B1D-364A-13D9-90DBBE87BDD3}" dt="2022-05-05T17:33:27.556" v="79"/>
        <pc:sldMkLst>
          <pc:docMk/>
          <pc:sldMk cId="3288596724" sldId="292"/>
        </pc:sldMkLst>
      </pc:sldChg>
      <pc:sldChg chg="modSp add del ord replId addAnim delAnim">
        <pc:chgData name="Hogan, Emma" userId="S::emma.hogan@metoffice.gov.uk::bbc2d92f-30d5-4629-8143-c389355c56b3" providerId="AD" clId="Web-{3B729375-9B1D-364A-13D9-90DBBE87BDD3}" dt="2022-05-06T07:10:37.547" v="533" actId="20577"/>
        <pc:sldMkLst>
          <pc:docMk/>
          <pc:sldMk cId="3457246749" sldId="292"/>
        </pc:sldMkLst>
      </pc:sldChg>
      <pc:sldChg chg="modSp add replId">
        <pc:chgData name="Hogan, Emma" userId="S::emma.hogan@metoffice.gov.uk::bbc2d92f-30d5-4629-8143-c389355c56b3" providerId="AD" clId="Web-{3B729375-9B1D-364A-13D9-90DBBE87BDD3}" dt="2022-05-05T17:59:12.883" v="483" actId="20577"/>
        <pc:sldMkLst>
          <pc:docMk/>
          <pc:sldMk cId="2443842476" sldId="293"/>
        </pc:sldMkLst>
      </pc:sldChg>
      <pc:sldChg chg="modSp add replId">
        <pc:chgData name="Hogan, Emma" userId="S::emma.hogan@metoffice.gov.uk::bbc2d92f-30d5-4629-8143-c389355c56b3" providerId="AD" clId="Web-{3B729375-9B1D-364A-13D9-90DBBE87BDD3}" dt="2022-05-05T17:58:29.411" v="475" actId="20577"/>
        <pc:sldMkLst>
          <pc:docMk/>
          <pc:sldMk cId="709955286" sldId="294"/>
        </pc:sldMkLst>
      </pc:sldChg>
      <pc:sldChg chg="add replId">
        <pc:chgData name="Hogan, Emma" userId="S::emma.hogan@metoffice.gov.uk::bbc2d92f-30d5-4629-8143-c389355c56b3" providerId="AD" clId="Web-{3B729375-9B1D-364A-13D9-90DBBE87BDD3}" dt="2022-05-06T09:38:32.400" v="592"/>
        <pc:sldMkLst>
          <pc:docMk/>
          <pc:sldMk cId="385702820" sldId="295"/>
        </pc:sldMkLst>
      </pc:sldChg>
    </pc:docChg>
  </pc:docChgLst>
  <pc:docChgLst>
    <pc:chgData name="Emma Hogan" userId="bbc2d92f-30d5-4629-8143-c389355c56b3" providerId="ADAL" clId="{12D89684-C1DE-454D-88F8-D3ACA19E7AAB}"/>
    <pc:docChg chg="undo custSel modSld">
      <pc:chgData name="Emma Hogan" userId="bbc2d92f-30d5-4629-8143-c389355c56b3" providerId="ADAL" clId="{12D89684-C1DE-454D-88F8-D3ACA19E7AAB}" dt="2024-10-22T17:10:37.183" v="3234" actId="20577"/>
      <pc:docMkLst>
        <pc:docMk/>
      </pc:docMkLst>
      <pc:sldChg chg="modSp mod">
        <pc:chgData name="Emma Hogan" userId="bbc2d92f-30d5-4629-8143-c389355c56b3" providerId="ADAL" clId="{12D89684-C1DE-454D-88F8-D3ACA19E7AAB}" dt="2024-10-22T17:10:37.183" v="3234" actId="20577"/>
        <pc:sldMkLst>
          <pc:docMk/>
          <pc:sldMk cId="997800256" sldId="287"/>
        </pc:sldMkLst>
      </pc:sldChg>
      <pc:sldChg chg="addSp delSp modSp mod delAnim modAnim">
        <pc:chgData name="Emma Hogan" userId="bbc2d92f-30d5-4629-8143-c389355c56b3" providerId="ADAL" clId="{12D89684-C1DE-454D-88F8-D3ACA19E7AAB}" dt="2024-10-18T13:19:17.449" v="3213" actId="20577"/>
        <pc:sldMkLst>
          <pc:docMk/>
          <pc:sldMk cId="650577767" sldId="310"/>
        </pc:sldMkLst>
      </pc:sldChg>
      <pc:sldChg chg="addSp delSp modSp mod modAnim">
        <pc:chgData name="Emma Hogan" userId="bbc2d92f-30d5-4629-8143-c389355c56b3" providerId="ADAL" clId="{12D89684-C1DE-454D-88F8-D3ACA19E7AAB}" dt="2024-10-22T05:50:50.547" v="3216" actId="20577"/>
        <pc:sldMkLst>
          <pc:docMk/>
          <pc:sldMk cId="2632552676" sldId="315"/>
        </pc:sldMkLst>
      </pc:sldChg>
      <pc:sldChg chg="modSp">
        <pc:chgData name="Emma Hogan" userId="bbc2d92f-30d5-4629-8143-c389355c56b3" providerId="ADAL" clId="{12D89684-C1DE-454D-88F8-D3ACA19E7AAB}" dt="2024-10-17T10:59:11.576" v="1319" actId="20577"/>
        <pc:sldMkLst>
          <pc:docMk/>
          <pc:sldMk cId="2395409213" sldId="317"/>
        </pc:sldMkLst>
      </pc:sldChg>
      <pc:sldChg chg="modSp mod">
        <pc:chgData name="Emma Hogan" userId="bbc2d92f-30d5-4629-8143-c389355c56b3" providerId="ADAL" clId="{12D89684-C1DE-454D-88F8-D3ACA19E7AAB}" dt="2024-10-17T10:59:23.040" v="1335" actId="20577"/>
        <pc:sldMkLst>
          <pc:docMk/>
          <pc:sldMk cId="3270548244" sldId="318"/>
        </pc:sldMkLst>
      </pc:sldChg>
      <pc:sldChg chg="addSp modSp mod modAnim">
        <pc:chgData name="Emma Hogan" userId="bbc2d92f-30d5-4629-8143-c389355c56b3" providerId="ADAL" clId="{12D89684-C1DE-454D-88F8-D3ACA19E7AAB}" dt="2024-10-17T16:35:46.078" v="3196" actId="1038"/>
        <pc:sldMkLst>
          <pc:docMk/>
          <pc:sldMk cId="3653918952" sldId="320"/>
        </pc:sldMkLst>
      </pc:sldChg>
    </pc:docChg>
  </pc:docChgLst>
  <pc:docChgLst>
    <pc:chgData name="Emma Hogan" userId="S::emma.hogan@metoffice.gov.uk::bbc2d92f-30d5-4629-8143-c389355c56b3" providerId="AD" clId="Web-{0FC342C5-F9BC-3498-E2D4-2678EAD2FE45}"/>
    <pc:docChg chg="modSld">
      <pc:chgData name="Emma Hogan" userId="S::emma.hogan@metoffice.gov.uk::bbc2d92f-30d5-4629-8143-c389355c56b3" providerId="AD" clId="Web-{0FC342C5-F9BC-3498-E2D4-2678EAD2FE45}" dt="2023-10-23T14:51:08.560" v="514" actId="1076"/>
      <pc:docMkLst>
        <pc:docMk/>
      </pc:docMkLst>
      <pc:sldChg chg="modSp">
        <pc:chgData name="Emma Hogan" userId="S::emma.hogan@metoffice.gov.uk::bbc2d92f-30d5-4629-8143-c389355c56b3" providerId="AD" clId="Web-{0FC342C5-F9BC-3498-E2D4-2678EAD2FE45}" dt="2023-10-23T14:51:08.560" v="514" actId="1076"/>
        <pc:sldMkLst>
          <pc:docMk/>
          <pc:sldMk cId="3653918952" sldId="320"/>
        </pc:sldMkLst>
      </pc:sldChg>
    </pc:docChg>
  </pc:docChgLst>
  <pc:docChgLst>
    <pc:chgData name="Hogan, Emma" userId="S::emma.hogan@metoffice.gov.uk::bbc2d92f-30d5-4629-8143-c389355c56b3" providerId="AD" clId="Web-{8F766AB2-AB4E-922E-20AD-00381A772683}"/>
    <pc:docChg chg="delSld modSld sldOrd">
      <pc:chgData name="Hogan, Emma" userId="S::emma.hogan@metoffice.gov.uk::bbc2d92f-30d5-4629-8143-c389355c56b3" providerId="AD" clId="Web-{8F766AB2-AB4E-922E-20AD-00381A772683}" dt="2022-05-10T08:00:01.183" v="133" actId="20577"/>
      <pc:docMkLst>
        <pc:docMk/>
      </pc:docMkLst>
      <pc:sldChg chg="modSp">
        <pc:chgData name="Hogan, Emma" userId="S::emma.hogan@metoffice.gov.uk::bbc2d92f-30d5-4629-8143-c389355c56b3" providerId="AD" clId="Web-{8F766AB2-AB4E-922E-20AD-00381A772683}" dt="2022-05-10T08:00:01.183" v="133" actId="20577"/>
        <pc:sldMkLst>
          <pc:docMk/>
          <pc:sldMk cId="2350919745" sldId="285"/>
        </pc:sldMkLst>
      </pc:sldChg>
      <pc:sldChg chg="modSp del ord">
        <pc:chgData name="Hogan, Emma" userId="S::emma.hogan@metoffice.gov.uk::bbc2d92f-30d5-4629-8143-c389355c56b3" providerId="AD" clId="Web-{8F766AB2-AB4E-922E-20AD-00381A772683}" dt="2022-05-10T07:35:44.976" v="55"/>
        <pc:sldMkLst>
          <pc:docMk/>
          <pc:sldMk cId="3904731024" sldId="290"/>
        </pc:sldMkLst>
      </pc:sldChg>
      <pc:sldChg chg="modSp">
        <pc:chgData name="Hogan, Emma" userId="S::emma.hogan@metoffice.gov.uk::bbc2d92f-30d5-4629-8143-c389355c56b3" providerId="AD" clId="Web-{8F766AB2-AB4E-922E-20AD-00381A772683}" dt="2022-05-10T07:57:50.023" v="128" actId="20577"/>
        <pc:sldMkLst>
          <pc:docMk/>
          <pc:sldMk cId="3457246749" sldId="292"/>
        </pc:sldMkLst>
      </pc:sldChg>
      <pc:sldChg chg="modSp del">
        <pc:chgData name="Hogan, Emma" userId="S::emma.hogan@metoffice.gov.uk::bbc2d92f-30d5-4629-8143-c389355c56b3" providerId="AD" clId="Web-{8F766AB2-AB4E-922E-20AD-00381A772683}" dt="2022-05-10T07:30:38.875" v="41"/>
        <pc:sldMkLst>
          <pc:docMk/>
          <pc:sldMk cId="2443842476" sldId="293"/>
        </pc:sldMkLst>
      </pc:sldChg>
      <pc:sldChg chg="modSp">
        <pc:chgData name="Hogan, Emma" userId="S::emma.hogan@metoffice.gov.uk::bbc2d92f-30d5-4629-8143-c389355c56b3" providerId="AD" clId="Web-{8F766AB2-AB4E-922E-20AD-00381A772683}" dt="2022-05-10T07:59:16.463" v="129" actId="20577"/>
        <pc:sldMkLst>
          <pc:docMk/>
          <pc:sldMk cId="385702820" sldId="295"/>
        </pc:sldMkLst>
      </pc:sldChg>
    </pc:docChg>
  </pc:docChgLst>
  <pc:docChgLst>
    <pc:chgData name="Emma Hogan" userId="bbc2d92f-30d5-4629-8143-c389355c56b3" providerId="ADAL" clId="{2BD1FFAF-4563-4E43-8A23-1E836A9E9665}"/>
    <pc:docChg chg="undo custSel modSld modMainMaster">
      <pc:chgData name="Emma Hogan" userId="bbc2d92f-30d5-4629-8143-c389355c56b3" providerId="ADAL" clId="{2BD1FFAF-4563-4E43-8A23-1E836A9E9665}" dt="2024-04-23T08:29:11.362" v="1948"/>
      <pc:docMkLst>
        <pc:docMk/>
      </pc:docMkLst>
      <pc:sldChg chg="modSp mod modAnim">
        <pc:chgData name="Emma Hogan" userId="bbc2d92f-30d5-4629-8143-c389355c56b3" providerId="ADAL" clId="{2BD1FFAF-4563-4E43-8A23-1E836A9E9665}" dt="2024-04-23T08:27:22.366" v="1944" actId="6549"/>
        <pc:sldMkLst>
          <pc:docMk/>
          <pc:sldMk cId="2632552676" sldId="315"/>
        </pc:sldMkLst>
      </pc:sldChg>
      <pc:sldChg chg="modSp mod">
        <pc:chgData name="Emma Hogan" userId="bbc2d92f-30d5-4629-8143-c389355c56b3" providerId="ADAL" clId="{2BD1FFAF-4563-4E43-8A23-1E836A9E9665}" dt="2024-04-23T08:07:05.789" v="1511" actId="20577"/>
        <pc:sldMkLst>
          <pc:docMk/>
          <pc:sldMk cId="3270548244" sldId="318"/>
        </pc:sldMkLst>
      </pc:sldChg>
      <pc:sldChg chg="addSp delSp modSp mod addAnim delAnim modAnim">
        <pc:chgData name="Emma Hogan" userId="bbc2d92f-30d5-4629-8143-c389355c56b3" providerId="ADAL" clId="{2BD1FFAF-4563-4E43-8A23-1E836A9E9665}" dt="2024-04-23T08:29:11.362" v="1948"/>
        <pc:sldMkLst>
          <pc:docMk/>
          <pc:sldMk cId="3653918952" sldId="320"/>
        </pc:sldMkLst>
      </pc:sldChg>
      <pc:sldMasterChg chg="modSldLayout">
        <pc:chgData name="Emma Hogan" userId="bbc2d92f-30d5-4629-8143-c389355c56b3" providerId="ADAL" clId="{2BD1FFAF-4563-4E43-8A23-1E836A9E9665}" dt="2024-04-23T07:24:49.715" v="1" actId="20577"/>
        <pc:sldMasterMkLst>
          <pc:docMk/>
          <pc:sldMasterMk cId="3098655942" sldId="2147483658"/>
        </pc:sldMasterMkLst>
        <pc:sldLayoutChg chg="modSp mod">
          <pc:chgData name="Emma Hogan" userId="bbc2d92f-30d5-4629-8143-c389355c56b3" providerId="ADAL" clId="{2BD1FFAF-4563-4E43-8A23-1E836A9E9665}" dt="2024-04-23T07:24:49.715" v="1" actId="20577"/>
          <pc:sldLayoutMkLst>
            <pc:docMk/>
            <pc:sldMasterMk cId="3098655942" sldId="2147483658"/>
            <pc:sldLayoutMk cId="1936347277"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7B4C97-B0AB-415A-87C7-A72C5EB9248F}" type="datetimeFigureOut">
              <a:rPr lang="en-GB" smtClean="0"/>
              <a:t>17/11/2025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62B7FA-AB46-4993-BA79-F306F77A2046}" type="slidenum">
              <a:rPr lang="en-GB" smtClean="0"/>
              <a:t>‹#›</a:t>
            </a:fld>
            <a:endParaRPr lang="en-GB"/>
          </a:p>
        </p:txBody>
      </p:sp>
    </p:spTree>
    <p:extLst>
      <p:ext uri="{BB962C8B-B14F-4D97-AF65-F5344CB8AC3E}">
        <p14:creationId xmlns:p14="http://schemas.microsoft.com/office/powerpoint/2010/main" val="1449328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One reason </a:t>
            </a:r>
            <a:r>
              <a:rPr lang="en-GB" dirty="0" err="1"/>
              <a:t>Diátaxis</a:t>
            </a:r>
            <a:r>
              <a:rPr lang="en-GB" dirty="0"/>
              <a:t> is effective as a guide to organising documentation is that it describes </a:t>
            </a:r>
            <a:r>
              <a:rPr lang="en-GB" b="0" dirty="0"/>
              <a:t>a two-dimensional structure</a:t>
            </a:r>
            <a:r>
              <a:rPr lang="en-GB" dirty="0"/>
              <a:t>, rather than a </a:t>
            </a:r>
            <a:r>
              <a:rPr lang="en-GB" i="0" dirty="0"/>
              <a:t>list.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r>
              <a:rPr lang="en-GB" dirty="0" err="1"/>
              <a:t>Diátaxis</a:t>
            </a:r>
            <a:r>
              <a:rPr lang="en-GB" dirty="0"/>
              <a:t> identifies four distinct needs (learning, goals, understanding and information) and four corresponding forms of documentation (tutorials, how-to guides, explanation and reference materials).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D262B7FA-AB46-4993-BA79-F306F77A2046}" type="slidenum">
              <a:rPr lang="en-GB" smtClean="0"/>
              <a:t>4</a:t>
            </a:fld>
            <a:endParaRPr lang="en-GB"/>
          </a:p>
        </p:txBody>
      </p:sp>
    </p:spTree>
    <p:extLst>
      <p:ext uri="{BB962C8B-B14F-4D97-AF65-F5344CB8AC3E}">
        <p14:creationId xmlns:p14="http://schemas.microsoft.com/office/powerpoint/2010/main" val="3732268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r>
              <a:rPr lang="en-GB" dirty="0" err="1"/>
              <a:t>Diátaxis</a:t>
            </a:r>
            <a:r>
              <a:rPr lang="en-GB" dirty="0"/>
              <a:t> provides both clear expectations for the reader and guidance for the author.</a:t>
            </a:r>
          </a:p>
          <a:p>
            <a:r>
              <a:rPr lang="en-GB" dirty="0"/>
              <a:t>+ The analogies are examples from food and cooking: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Tutorials: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It really doesn’t matter what is made, or how correctly it is made, the value of a lesson lies in what the baker gains, not what they produce.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We need the baker to learn things like: we wash our hands before handling food; how to hold a knife; why the oil must be hot; what this utensil is called, how to time and measure things.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How-to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A professional chef who has made the same thing multiple times before may still follow a recipe to ensure that they do it correctly.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Even following a recipe requires at least basic competence.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Someone who expected to be provided with a recipe, and is given instead a cooking lesson, will be disappointed and annoyed.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Are accurate, complete, reliable, neutral, and free of distraction and 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When you’re looking for information, you do not want to be confronted by opinions, speculation, instructions or 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 Comprehensive, provide context and background, joins things together, and helps answer the question "why?"</a:t>
            </a:r>
          </a:p>
        </p:txBody>
      </p:sp>
      <p:sp>
        <p:nvSpPr>
          <p:cNvPr id="4" name="Slide Number Placeholder 3"/>
          <p:cNvSpPr>
            <a:spLocks noGrp="1"/>
          </p:cNvSpPr>
          <p:nvPr>
            <p:ph type="sldNum" sz="quarter" idx="5"/>
          </p:nvPr>
        </p:nvSpPr>
        <p:spPr/>
        <p:txBody>
          <a:bodyPr/>
          <a:lstStyle/>
          <a:p>
            <a:fld id="{D262B7FA-AB46-4993-BA79-F306F77A2046}" type="slidenum">
              <a:rPr lang="en-GB" smtClean="0"/>
              <a:t>6</a:t>
            </a:fld>
            <a:endParaRPr lang="en-GB"/>
          </a:p>
        </p:txBody>
      </p:sp>
    </p:spTree>
    <p:extLst>
      <p:ext uri="{BB962C8B-B14F-4D97-AF65-F5344CB8AC3E}">
        <p14:creationId xmlns:p14="http://schemas.microsoft.com/office/powerpoint/2010/main" val="1871427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+ 09:50: Now I wanted to share how we can use </a:t>
            </a:r>
            <a:r>
              <a:rPr lang="en-GB" dirty="0" err="1"/>
              <a:t>Diátaxis</a:t>
            </a:r>
            <a:r>
              <a:rPr lang="en-GB" dirty="0"/>
              <a:t> as a guide to work.</a:t>
            </a:r>
          </a:p>
          <a:p>
            <a:r>
              <a:rPr lang="en-GB" dirty="0"/>
              <a:t>+ </a:t>
            </a:r>
            <a:r>
              <a:rPr lang="en-GB" b="1" dirty="0"/>
              <a:t>Use </a:t>
            </a:r>
            <a:r>
              <a:rPr lang="en-GB" b="1" dirty="0" err="1"/>
              <a:t>Diátaxis</a:t>
            </a:r>
            <a:r>
              <a:rPr lang="en-GB" b="1" dirty="0"/>
              <a:t> as a guide, not a plan.</a:t>
            </a:r>
            <a:r>
              <a:rPr lang="en-GB" dirty="0"/>
              <a:t> </a:t>
            </a:r>
            <a:r>
              <a:rPr lang="en-GB" dirty="0" err="1"/>
              <a:t>Diátaxis</a:t>
            </a:r>
            <a:r>
              <a:rPr lang="en-GB" dirty="0"/>
              <a:t> describes a complete picture of documentation. However, the structure it proposes is not intended to be a plan, it’s a guide to help you check that you’re in the right place and going in the right directions.</a:t>
            </a:r>
          </a:p>
          <a:p>
            <a:r>
              <a:rPr lang="en-GB" dirty="0"/>
              <a:t>+ </a:t>
            </a:r>
            <a:r>
              <a:rPr lang="en-GB" b="1" dirty="0"/>
              <a:t>Don’t worry about structure. </a:t>
            </a:r>
            <a:r>
              <a:rPr lang="en-GB" dirty="0"/>
              <a:t>Although structure is key to documentation, using </a:t>
            </a:r>
            <a:r>
              <a:rPr lang="en-GB" dirty="0" err="1"/>
              <a:t>Diátaxis</a:t>
            </a:r>
            <a:r>
              <a:rPr lang="en-GB" dirty="0"/>
              <a:t> means not spending energy trying to get its structure correct. If you continue to follow the prompts that </a:t>
            </a:r>
            <a:r>
              <a:rPr lang="en-GB" dirty="0" err="1"/>
              <a:t>Diátaxis</a:t>
            </a:r>
            <a:r>
              <a:rPr lang="en-GB" dirty="0"/>
              <a:t> provides, eventually your documentation will assume the </a:t>
            </a:r>
            <a:r>
              <a:rPr lang="en-GB" dirty="0" err="1"/>
              <a:t>Diátaxis</a:t>
            </a:r>
            <a:r>
              <a:rPr lang="en-GB" dirty="0"/>
              <a:t> structure, but it will have assumed that shape because it has been improved. It’s not the other way round, that the structure must be imposed upon documentation to improve it.</a:t>
            </a:r>
          </a:p>
          <a:p>
            <a:r>
              <a:rPr lang="en-GB" dirty="0"/>
              <a:t>+ </a:t>
            </a:r>
            <a:r>
              <a:rPr lang="en-GB" b="1" dirty="0"/>
              <a:t>Work one step at a time. </a:t>
            </a:r>
            <a:r>
              <a:rPr lang="en-GB" dirty="0" err="1"/>
              <a:t>Diátaxis</a:t>
            </a:r>
            <a:r>
              <a:rPr lang="en-GB" dirty="0"/>
              <a:t> strongly prescribes a structure, but whatever the state of your existing documentation - even if it’s a complete mess by any standards - it’s always possible to improve it, iteratively.</a:t>
            </a:r>
          </a:p>
        </p:txBody>
      </p:sp>
      <p:sp>
        <p:nvSpPr>
          <p:cNvPr id="4" name="Slide Number Placeholder 3"/>
          <p:cNvSpPr>
            <a:spLocks noGrp="1"/>
          </p:cNvSpPr>
          <p:nvPr>
            <p:ph type="sldNum" sz="quarter" idx="5"/>
          </p:nvPr>
        </p:nvSpPr>
        <p:spPr/>
        <p:txBody>
          <a:bodyPr/>
          <a:lstStyle/>
          <a:p>
            <a:fld id="{D262B7FA-AB46-4993-BA79-F306F77A2046}" type="slidenum">
              <a:rPr lang="en-GB" smtClean="0"/>
              <a:t>7</a:t>
            </a:fld>
            <a:endParaRPr lang="en-GB"/>
          </a:p>
        </p:txBody>
      </p:sp>
    </p:spTree>
    <p:extLst>
      <p:ext uri="{BB962C8B-B14F-4D97-AF65-F5344CB8AC3E}">
        <p14:creationId xmlns:p14="http://schemas.microsoft.com/office/powerpoint/2010/main" val="2066881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r>
              <a:rPr lang="en-GB" dirty="0" err="1"/>
              <a:t>Diátaxis</a:t>
            </a:r>
            <a:r>
              <a:rPr lang="en-GB" dirty="0"/>
              <a:t> suggests the following approach to improve documentation:</a:t>
            </a:r>
          </a:p>
          <a:p>
            <a:r>
              <a:rPr lang="en-GB" dirty="0"/>
              <a:t>  + </a:t>
            </a:r>
            <a:r>
              <a:rPr lang="en-GB" b="1" dirty="0"/>
              <a:t>Choose something.</a:t>
            </a:r>
            <a:r>
              <a:rPr lang="en-GB" dirty="0"/>
              <a:t> Any piece of the documentation. It could be the last file you worked on, the last page you read, or some random page, it doesn’t matter.</a:t>
            </a:r>
          </a:p>
          <a:p>
            <a:r>
              <a:rPr lang="en-GB" dirty="0"/>
              <a:t>  + </a:t>
            </a:r>
            <a:r>
              <a:rPr lang="en-GB" b="1" dirty="0"/>
              <a:t>Assess it.</a:t>
            </a:r>
            <a:r>
              <a:rPr lang="en-GB" dirty="0"/>
              <a:t> Preferably it’s a small thing, nothing bigger than a page, and ideally smaller than that, like a paragraph or a sentence. Challenge it, according to the standards </a:t>
            </a:r>
            <a:r>
              <a:rPr lang="en-GB" dirty="0" err="1"/>
              <a:t>Diátaxis</a:t>
            </a:r>
            <a:r>
              <a:rPr lang="en-GB" dirty="0"/>
              <a:t> prescribes: What user need is represented by this? How well does it serve that need? What can be added, moved, removed or changed to serve that need better? Do its language and logic meet the requirements of this mode of documentation?</a:t>
            </a:r>
          </a:p>
          <a:p>
            <a:r>
              <a:rPr lang="en-GB" dirty="0"/>
              <a:t>  + </a:t>
            </a:r>
            <a:r>
              <a:rPr lang="en-GB" b="1" dirty="0"/>
              <a:t>Decide what to do.</a:t>
            </a:r>
            <a:r>
              <a:rPr lang="en-GB" dirty="0"/>
              <a:t> Decide, based on the answers to the questions you just asked: What single action will produce an immediate improvement here?</a:t>
            </a:r>
          </a:p>
          <a:p>
            <a:r>
              <a:rPr lang="en-GB" dirty="0"/>
              <a:t>  + </a:t>
            </a:r>
            <a:r>
              <a:rPr lang="en-GB" b="1" dirty="0"/>
              <a:t>Do it.</a:t>
            </a:r>
            <a:r>
              <a:rPr lang="en-GB" dirty="0"/>
              <a:t> Complete that single action, and consider it completed, i.e. commit the change. Don’t feel that you need to do anything else to make a worthy improvement.</a:t>
            </a:r>
          </a:p>
          <a:p>
            <a:r>
              <a:rPr lang="en-GB" dirty="0"/>
              <a:t>  + Then go back to the beginning of the cycle.</a:t>
            </a:r>
          </a:p>
          <a:p>
            <a:r>
              <a:rPr lang="en-GB" dirty="0"/>
              <a:t>+ Working like this helps reduce the stress of one of the most paralysing and troublesome aspects of the documentation-writer’s work: working out what to do.</a:t>
            </a:r>
          </a:p>
          <a:p>
            <a:r>
              <a:rPr lang="en-GB" dirty="0"/>
              <a:t>+ It keeps work flowing in the right direction, always towards the desired end, without having to expend energies on a plan.</a:t>
            </a:r>
          </a:p>
        </p:txBody>
      </p:sp>
      <p:sp>
        <p:nvSpPr>
          <p:cNvPr id="4" name="Slide Number Placeholder 3"/>
          <p:cNvSpPr>
            <a:spLocks noGrp="1"/>
          </p:cNvSpPr>
          <p:nvPr>
            <p:ph type="sldNum" sz="quarter" idx="5"/>
          </p:nvPr>
        </p:nvSpPr>
        <p:spPr/>
        <p:txBody>
          <a:bodyPr/>
          <a:lstStyle/>
          <a:p>
            <a:fld id="{D262B7FA-AB46-4993-BA79-F306F77A2046}" type="slidenum">
              <a:rPr lang="en-GB" smtClean="0"/>
              <a:t>8</a:t>
            </a:fld>
            <a:endParaRPr lang="en-GB"/>
          </a:p>
        </p:txBody>
      </p:sp>
    </p:spTree>
    <p:extLst>
      <p:ext uri="{BB962C8B-B14F-4D97-AF65-F5344CB8AC3E}">
        <p14:creationId xmlns:p14="http://schemas.microsoft.com/office/powerpoint/2010/main" val="1212494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+ 09:55.</a:t>
            </a:r>
          </a:p>
        </p:txBody>
      </p:sp>
      <p:sp>
        <p:nvSpPr>
          <p:cNvPr id="4" name="Slide Number Placeholder 3"/>
          <p:cNvSpPr>
            <a:spLocks noGrp="1"/>
          </p:cNvSpPr>
          <p:nvPr>
            <p:ph type="sldNum" sz="quarter" idx="5"/>
          </p:nvPr>
        </p:nvSpPr>
        <p:spPr/>
        <p:txBody>
          <a:bodyPr/>
          <a:lstStyle/>
          <a:p>
            <a:fld id="{D262B7FA-AB46-4993-BA79-F306F77A2046}" type="slidenum">
              <a:rPr lang="en-GB" smtClean="0"/>
              <a:t>9</a:t>
            </a:fld>
            <a:endParaRPr lang="en-GB"/>
          </a:p>
        </p:txBody>
      </p:sp>
    </p:spTree>
    <p:extLst>
      <p:ext uri="{BB962C8B-B14F-4D97-AF65-F5344CB8AC3E}">
        <p14:creationId xmlns:p14="http://schemas.microsoft.com/office/powerpoint/2010/main" val="741582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Tutorials: a lesson to introduce, educate, lead to provide a learning experience.</a:t>
            </a:r>
          </a:p>
        </p:txBody>
      </p:sp>
      <p:sp>
        <p:nvSpPr>
          <p:cNvPr id="4" name="Slide Number Placeholder 3"/>
          <p:cNvSpPr>
            <a:spLocks noGrp="1"/>
          </p:cNvSpPr>
          <p:nvPr>
            <p:ph type="sldNum" sz="quarter" idx="5"/>
          </p:nvPr>
        </p:nvSpPr>
        <p:spPr/>
        <p:txBody>
          <a:bodyPr/>
          <a:lstStyle/>
          <a:p>
            <a:fld id="{D262B7FA-AB46-4993-BA79-F306F77A2046}" type="slidenum">
              <a:rPr lang="en-GB" smtClean="0"/>
              <a:t>10</a:t>
            </a:fld>
            <a:endParaRPr lang="en-GB"/>
          </a:p>
        </p:txBody>
      </p:sp>
    </p:spTree>
    <p:extLst>
      <p:ext uri="{BB962C8B-B14F-4D97-AF65-F5344CB8AC3E}">
        <p14:creationId xmlns:p14="http://schemas.microsoft.com/office/powerpoint/2010/main" val="364808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How-to guides: a series of steps to help achieve a particular goal.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Current documentation is nicely detailed in a step-by-step manner.</a:t>
            </a:r>
          </a:p>
          <a:p>
            <a:endParaRPr lang="en-GB" dirty="0"/>
          </a:p>
        </p:txBody>
      </p:sp>
      <p:sp>
        <p:nvSpPr>
          <p:cNvPr id="4" name="Slide Number Placeholder 3"/>
          <p:cNvSpPr>
            <a:spLocks noGrp="1"/>
          </p:cNvSpPr>
          <p:nvPr>
            <p:ph type="sldNum" sz="quarter" idx="5"/>
          </p:nvPr>
        </p:nvSpPr>
        <p:spPr/>
        <p:txBody>
          <a:bodyPr/>
          <a:lstStyle/>
          <a:p>
            <a:fld id="{D262B7FA-AB46-4993-BA79-F306F77A2046}" type="slidenum">
              <a:rPr lang="en-GB" smtClean="0"/>
              <a:t>11</a:t>
            </a:fld>
            <a:endParaRPr lang="en-GB"/>
          </a:p>
        </p:txBody>
      </p:sp>
    </p:spTree>
    <p:extLst>
      <p:ext uri="{BB962C8B-B14F-4D97-AF65-F5344CB8AC3E}">
        <p14:creationId xmlns:p14="http://schemas.microsoft.com/office/powerpoint/2010/main" val="4097953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Reference materials: state, inform to describe the machinery.</a:t>
            </a:r>
          </a:p>
        </p:txBody>
      </p:sp>
      <p:sp>
        <p:nvSpPr>
          <p:cNvPr id="4" name="Slide Number Placeholder 3"/>
          <p:cNvSpPr>
            <a:spLocks noGrp="1"/>
          </p:cNvSpPr>
          <p:nvPr>
            <p:ph type="sldNum" sz="quarter" idx="5"/>
          </p:nvPr>
        </p:nvSpPr>
        <p:spPr/>
        <p:txBody>
          <a:bodyPr/>
          <a:lstStyle/>
          <a:p>
            <a:fld id="{D262B7FA-AB46-4993-BA79-F306F77A2046}" type="slidenum">
              <a:rPr lang="en-GB" smtClean="0"/>
              <a:t>12</a:t>
            </a:fld>
            <a:endParaRPr lang="en-GB"/>
          </a:p>
        </p:txBody>
      </p:sp>
    </p:spTree>
    <p:extLst>
      <p:ext uri="{BB962C8B-B14F-4D97-AF65-F5344CB8AC3E}">
        <p14:creationId xmlns:p14="http://schemas.microsoft.com/office/powerpoint/2010/main" val="1888022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How-to guides: a series of steps to help achieve a particular goal.</a:t>
            </a:r>
          </a:p>
          <a:p>
            <a:r>
              <a:rPr lang="en-GB" dirty="0"/>
              <a:t>+ Explanations: comprehensively explain, clarify, discuss to illuminate a topic.</a:t>
            </a:r>
          </a:p>
        </p:txBody>
      </p:sp>
      <p:sp>
        <p:nvSpPr>
          <p:cNvPr id="4" name="Slide Number Placeholder 3"/>
          <p:cNvSpPr>
            <a:spLocks noGrp="1"/>
          </p:cNvSpPr>
          <p:nvPr>
            <p:ph type="sldNum" sz="quarter" idx="5"/>
          </p:nvPr>
        </p:nvSpPr>
        <p:spPr/>
        <p:txBody>
          <a:bodyPr/>
          <a:lstStyle/>
          <a:p>
            <a:fld id="{D262B7FA-AB46-4993-BA79-F306F77A2046}" type="slidenum">
              <a:rPr lang="en-GB" smtClean="0"/>
              <a:t>13</a:t>
            </a:fld>
            <a:endParaRPr lang="en-GB"/>
          </a:p>
        </p:txBody>
      </p:sp>
    </p:spTree>
    <p:extLst>
      <p:ext uri="{BB962C8B-B14F-4D97-AF65-F5344CB8AC3E}">
        <p14:creationId xmlns:p14="http://schemas.microsoft.com/office/powerpoint/2010/main" val="849868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+ 10:00: Chris and I opened an ESMValCore issue to improve the ESMValCore release documentation after the Met Office performed the v2.11.0 release in July 2024.</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This was before I suggested using </a:t>
            </a:r>
            <a:r>
              <a:rPr lang="en-GB" dirty="0" err="1"/>
              <a:t>Diátaxis</a:t>
            </a:r>
            <a:r>
              <a:rPr lang="en-GB" dirty="0"/>
              <a:t> for the ESMValTool documentation, and it’s clearer to me now how we can incrementally improve the release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I would like to</a:t>
            </a:r>
            <a:r>
              <a:rPr lang="en-GB" sz="1200" kern="1200" dirty="0">
                <a:solidFill>
                  <a:schemeClr val="tx1"/>
                </a:solidFill>
                <a:effectLst/>
                <a:latin typeface="+mn-lt"/>
                <a:ea typeface="+mn-ea"/>
                <a:cs typeface="+mn-cs"/>
              </a:rPr>
              <a:t> start the coding session this afternoon with a planning meeting to discuss what changes we should make / what changes would be the most beneficial.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Please join us!</a:t>
            </a:r>
          </a:p>
          <a:p>
            <a:endParaRPr lang="en-GB" dirty="0"/>
          </a:p>
        </p:txBody>
      </p:sp>
      <p:sp>
        <p:nvSpPr>
          <p:cNvPr id="4" name="Slide Number Placeholder 3"/>
          <p:cNvSpPr>
            <a:spLocks noGrp="1"/>
          </p:cNvSpPr>
          <p:nvPr>
            <p:ph type="sldNum" sz="quarter" idx="5"/>
          </p:nvPr>
        </p:nvSpPr>
        <p:spPr/>
        <p:txBody>
          <a:bodyPr/>
          <a:lstStyle/>
          <a:p>
            <a:fld id="{D262B7FA-AB46-4993-BA79-F306F77A2046}" type="slidenum">
              <a:rPr lang="en-GB" smtClean="0"/>
              <a:t>14</a:t>
            </a:fld>
            <a:endParaRPr lang="en-GB"/>
          </a:p>
        </p:txBody>
      </p:sp>
    </p:spTree>
    <p:extLst>
      <p:ext uri="{BB962C8B-B14F-4D97-AF65-F5344CB8AC3E}">
        <p14:creationId xmlns:p14="http://schemas.microsoft.com/office/powerpoint/2010/main" val="1516647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+ 10:05: Now onto the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The UET are responsible for all aspects of the tutorials, but for the documentation it is less clear.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It would be great for us to decide who would be responsible for which aspects of the documentation for the purposes of adding it to our long-term strategy, rather than for the purposes of deciding who will do what and when.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 One example might be for:</a:t>
            </a:r>
          </a:p>
          <a:p>
            <a:r>
              <a:rPr lang="en-GB" sz="1200" kern="1200" dirty="0">
                <a:solidFill>
                  <a:schemeClr val="tx1"/>
                </a:solidFill>
                <a:effectLst/>
                <a:latin typeface="+mn-lt"/>
                <a:ea typeface="+mn-ea"/>
                <a:cs typeface="+mn-cs"/>
              </a:rPr>
              <a:t>  + the TLT to own the content (what to write: details, accuracy, maintainability)</a:t>
            </a:r>
          </a:p>
          <a:p>
            <a:r>
              <a:rPr lang="en-GB" sz="1200" kern="1200" dirty="0">
                <a:solidFill>
                  <a:schemeClr val="tx1"/>
                </a:solidFill>
                <a:effectLst/>
                <a:latin typeface="+mn-lt"/>
                <a:ea typeface="+mn-ea"/>
                <a:cs typeface="+mn-cs"/>
              </a:rPr>
              <a:t>  + the UET to be responsible for the user experience (how to write it, how to organise it: structure, entry points)</a:t>
            </a:r>
          </a:p>
          <a:p>
            <a:r>
              <a:rPr lang="en-GB" sz="1200" kern="1200" dirty="0">
                <a:solidFill>
                  <a:schemeClr val="tx1"/>
                </a:solidFill>
                <a:effectLst/>
                <a:latin typeface="+mn-lt"/>
                <a:ea typeface="+mn-ea"/>
                <a:cs typeface="+mn-cs"/>
              </a:rPr>
              <a:t>+ What else needs clear ownership?</a:t>
            </a:r>
          </a:p>
        </p:txBody>
      </p:sp>
      <p:sp>
        <p:nvSpPr>
          <p:cNvPr id="4" name="Slide Number Placeholder 3"/>
          <p:cNvSpPr>
            <a:spLocks noGrp="1"/>
          </p:cNvSpPr>
          <p:nvPr>
            <p:ph type="sldNum" sz="quarter" idx="5"/>
          </p:nvPr>
        </p:nvSpPr>
        <p:spPr/>
        <p:txBody>
          <a:bodyPr/>
          <a:lstStyle/>
          <a:p>
            <a:fld id="{D262B7FA-AB46-4993-BA79-F306F77A2046}" type="slidenum">
              <a:rPr lang="en-GB" smtClean="0"/>
              <a:t>15</a:t>
            </a:fld>
            <a:endParaRPr lang="en-GB"/>
          </a:p>
        </p:txBody>
      </p:sp>
    </p:spTree>
    <p:extLst>
      <p:ext uri="{BB962C8B-B14F-4D97-AF65-F5344CB8AC3E}">
        <p14:creationId xmlns:p14="http://schemas.microsoft.com/office/powerpoint/2010/main" val="3058449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+ 10:20.</a:t>
            </a:r>
          </a:p>
        </p:txBody>
      </p:sp>
      <p:sp>
        <p:nvSpPr>
          <p:cNvPr id="4" name="Slide Number Placeholder 3"/>
          <p:cNvSpPr>
            <a:spLocks noGrp="1"/>
          </p:cNvSpPr>
          <p:nvPr>
            <p:ph type="sldNum" sz="quarter" idx="5"/>
          </p:nvPr>
        </p:nvSpPr>
        <p:spPr/>
        <p:txBody>
          <a:bodyPr/>
          <a:lstStyle/>
          <a:p>
            <a:fld id="{D262B7FA-AB46-4993-BA79-F306F77A2046}" type="slidenum">
              <a:rPr lang="en-GB" smtClean="0"/>
              <a:t>16</a:t>
            </a:fld>
            <a:endParaRPr lang="en-GB"/>
          </a:p>
        </p:txBody>
      </p:sp>
    </p:spTree>
    <p:extLst>
      <p:ext uri="{BB962C8B-B14F-4D97-AF65-F5344CB8AC3E}">
        <p14:creationId xmlns:p14="http://schemas.microsoft.com/office/powerpoint/2010/main" val="86423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An example for Sphinx documentation following </a:t>
            </a:r>
            <a:r>
              <a:rPr lang="en-GB" dirty="0" err="1"/>
              <a:t>Diátaxis</a:t>
            </a:r>
            <a:r>
              <a:rPr lang="en-GB" dirty="0"/>
              <a:t>.</a:t>
            </a:r>
          </a:p>
        </p:txBody>
      </p:sp>
      <p:sp>
        <p:nvSpPr>
          <p:cNvPr id="4" name="Slide Number Placeholder 3"/>
          <p:cNvSpPr>
            <a:spLocks noGrp="1"/>
          </p:cNvSpPr>
          <p:nvPr>
            <p:ph type="sldNum" sz="quarter" idx="5"/>
          </p:nvPr>
        </p:nvSpPr>
        <p:spPr/>
        <p:txBody>
          <a:bodyPr/>
          <a:lstStyle/>
          <a:p>
            <a:fld id="{D262B7FA-AB46-4993-BA79-F306F77A2046}" type="slidenum">
              <a:rPr lang="en-GB" smtClean="0"/>
              <a:t>17</a:t>
            </a:fld>
            <a:endParaRPr lang="en-GB"/>
          </a:p>
        </p:txBody>
      </p:sp>
    </p:spTree>
    <p:extLst>
      <p:ext uri="{BB962C8B-B14F-4D97-AF65-F5344CB8AC3E}">
        <p14:creationId xmlns:p14="http://schemas.microsoft.com/office/powerpoint/2010/main" val="3840246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 option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AB718E9-3F82-424E-ABA2-5A93833597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1294" cy="5153227"/>
          </a:xfrm>
          <a:prstGeom prst="rect">
            <a:avLst/>
          </a:prstGeom>
        </p:spPr>
      </p:pic>
      <p:sp>
        <p:nvSpPr>
          <p:cNvPr id="2" name="Title 1"/>
          <p:cNvSpPr>
            <a:spLocks noGrp="1"/>
          </p:cNvSpPr>
          <p:nvPr>
            <p:ph type="ctrTitle"/>
          </p:nvPr>
        </p:nvSpPr>
        <p:spPr>
          <a:xfrm>
            <a:off x="252000" y="698400"/>
            <a:ext cx="5016036" cy="1157696"/>
          </a:xfrm>
        </p:spPr>
        <p:txBody>
          <a:bodyPr anchor="b">
            <a:normAutofit/>
          </a:bodyPr>
          <a:lstStyle>
            <a:lvl1pPr algn="l">
              <a:defRPr sz="3200">
                <a:solidFill>
                  <a:schemeClr val="bg2"/>
                </a:solidFill>
              </a:defRPr>
            </a:lvl1pPr>
          </a:lstStyle>
          <a:p>
            <a:r>
              <a:rPr lang="en-US"/>
              <a:t>Click to edit Master title style</a:t>
            </a:r>
          </a:p>
        </p:txBody>
      </p:sp>
      <p:sp>
        <p:nvSpPr>
          <p:cNvPr id="3" name="Subtitle 2"/>
          <p:cNvSpPr>
            <a:spLocks noGrp="1"/>
          </p:cNvSpPr>
          <p:nvPr>
            <p:ph type="subTitle" idx="1"/>
          </p:nvPr>
        </p:nvSpPr>
        <p:spPr>
          <a:xfrm>
            <a:off x="252000" y="2129051"/>
            <a:ext cx="4333648" cy="1814299"/>
          </a:xfrm>
        </p:spPr>
        <p:txBody>
          <a:bodyPr/>
          <a:lstStyle>
            <a:lvl1pPr marL="0" indent="0" algn="l">
              <a:buNone/>
              <a:defRPr sz="18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8" name="Rectangle 7"/>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bg2"/>
                </a:solidFill>
              </a:rPr>
              <a:t>www.metoffice.gov.uk	</a:t>
            </a:r>
            <a:endParaRPr lang="en-GB" sz="800">
              <a:solidFill>
                <a:schemeClr val="bg2"/>
              </a:solidFill>
            </a:endParaRPr>
          </a:p>
        </p:txBody>
      </p:sp>
      <p:sp>
        <p:nvSpPr>
          <p:cNvPr id="9" name="Rectangle 8"/>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dirty="0">
                <a:solidFill>
                  <a:schemeClr val="bg2"/>
                </a:solidFill>
              </a:rPr>
              <a:t>© Crown Copyright</a:t>
            </a:r>
            <a:r>
              <a:rPr lang="fr-BE" sz="800" baseline="0" dirty="0">
                <a:solidFill>
                  <a:schemeClr val="bg2"/>
                </a:solidFill>
              </a:rPr>
              <a:t> 2025, Met Office</a:t>
            </a:r>
            <a:endParaRPr lang="en-GB" sz="800" dirty="0">
              <a:solidFill>
                <a:schemeClr val="bg2"/>
              </a:solidFill>
            </a:endParaRPr>
          </a:p>
        </p:txBody>
      </p:sp>
      <p:pic>
        <p:nvPicPr>
          <p:cNvPr id="10" name="MO_MASTER_for_dark_backg_RBG.png"/>
          <p:cNvPicPr>
            <a:picLocks noChangeAspect="1"/>
          </p:cNvPicPr>
          <p:nvPr userDrawn="1"/>
        </p:nvPicPr>
        <p:blipFill>
          <a:blip r:embed="rId3" cstate="print"/>
          <a:stretch>
            <a:fillRect/>
          </a:stretch>
        </p:blipFill>
        <p:spPr>
          <a:xfrm>
            <a:off x="183600" y="54000"/>
            <a:ext cx="1803780" cy="565650"/>
          </a:xfrm>
          <a:prstGeom prst="rect">
            <a:avLst/>
          </a:prstGeom>
          <a:ln w="12700">
            <a:miter lim="400000"/>
          </a:ln>
        </p:spPr>
      </p:pic>
    </p:spTree>
    <p:extLst>
      <p:ext uri="{BB962C8B-B14F-4D97-AF65-F5344CB8AC3E}">
        <p14:creationId xmlns:p14="http://schemas.microsoft.com/office/powerpoint/2010/main" val="1936347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 option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AB718E9-3F82-424E-ABA2-5A93833597BA}"/>
              </a:ext>
            </a:extLst>
          </p:cNvPr>
          <p:cNvPicPr>
            <a:picLocks noChangeAspect="1"/>
          </p:cNvPicPr>
          <p:nvPr userDrawn="1"/>
        </p:nvPicPr>
        <p:blipFill>
          <a:blip r:embed="rId2" cstate="print"/>
          <a:stretch>
            <a:fillRect/>
          </a:stretch>
        </p:blipFill>
        <p:spPr>
          <a:xfrm>
            <a:off x="0" y="0"/>
            <a:ext cx="9161294" cy="5153228"/>
          </a:xfrm>
          <a:prstGeom prst="rect">
            <a:avLst/>
          </a:prstGeom>
        </p:spPr>
      </p:pic>
      <p:sp>
        <p:nvSpPr>
          <p:cNvPr id="2" name="Title 1"/>
          <p:cNvSpPr>
            <a:spLocks noGrp="1"/>
          </p:cNvSpPr>
          <p:nvPr>
            <p:ph type="ctrTitle"/>
          </p:nvPr>
        </p:nvSpPr>
        <p:spPr>
          <a:xfrm>
            <a:off x="252000" y="698400"/>
            <a:ext cx="5016036" cy="1157696"/>
          </a:xfrm>
        </p:spPr>
        <p:txBody>
          <a:bodyPr anchor="b">
            <a:normAutofit/>
          </a:bodyPr>
          <a:lstStyle>
            <a:lvl1pPr algn="l">
              <a:defRPr sz="3200">
                <a:solidFill>
                  <a:schemeClr val="bg2"/>
                </a:solidFill>
              </a:defRPr>
            </a:lvl1pPr>
          </a:lstStyle>
          <a:p>
            <a:r>
              <a:rPr lang="en-US"/>
              <a:t>Click to edit Master title style</a:t>
            </a:r>
          </a:p>
        </p:txBody>
      </p:sp>
      <p:sp>
        <p:nvSpPr>
          <p:cNvPr id="3" name="Subtitle 2"/>
          <p:cNvSpPr>
            <a:spLocks noGrp="1"/>
          </p:cNvSpPr>
          <p:nvPr>
            <p:ph type="subTitle" idx="1"/>
          </p:nvPr>
        </p:nvSpPr>
        <p:spPr>
          <a:xfrm>
            <a:off x="252000" y="2129051"/>
            <a:ext cx="4333648" cy="1814299"/>
          </a:xfrm>
        </p:spPr>
        <p:txBody>
          <a:bodyPr/>
          <a:lstStyle>
            <a:lvl1pPr marL="0" indent="0" algn="l">
              <a:buNone/>
              <a:defRPr sz="18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8" name="Rectangle 7"/>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bg2"/>
                </a:solidFill>
              </a:rPr>
              <a:t>www.metoffice.gov.uk	</a:t>
            </a:r>
            <a:endParaRPr lang="en-GB" sz="800">
              <a:solidFill>
                <a:schemeClr val="bg2"/>
              </a:solidFill>
            </a:endParaRPr>
          </a:p>
        </p:txBody>
      </p:sp>
      <p:sp>
        <p:nvSpPr>
          <p:cNvPr id="9" name="Rectangle 8"/>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bg2"/>
                </a:solidFill>
              </a:rPr>
              <a:t>© Crown Copyright</a:t>
            </a:r>
            <a:r>
              <a:rPr lang="fr-BE" sz="800" baseline="0">
                <a:solidFill>
                  <a:schemeClr val="bg2"/>
                </a:solidFill>
              </a:rPr>
              <a:t> 2022, Met Office</a:t>
            </a:r>
            <a:endParaRPr lang="en-GB" sz="800">
              <a:solidFill>
                <a:schemeClr val="bg2"/>
              </a:solidFill>
            </a:endParaRPr>
          </a:p>
        </p:txBody>
      </p:sp>
      <p:pic>
        <p:nvPicPr>
          <p:cNvPr id="10" name="MO_MASTER_for_dark_backg_RBG.png"/>
          <p:cNvPicPr>
            <a:picLocks noChangeAspect="1"/>
          </p:cNvPicPr>
          <p:nvPr userDrawn="1"/>
        </p:nvPicPr>
        <p:blipFill>
          <a:blip r:embed="rId3" cstate="print"/>
          <a:stretch>
            <a:fillRect/>
          </a:stretch>
        </p:blipFill>
        <p:spPr>
          <a:xfrm>
            <a:off x="183600" y="54000"/>
            <a:ext cx="1803780" cy="565650"/>
          </a:xfrm>
          <a:prstGeom prst="rect">
            <a:avLst/>
          </a:prstGeom>
          <a:ln w="12700">
            <a:miter lim="400000"/>
          </a:ln>
        </p:spPr>
      </p:pic>
    </p:spTree>
    <p:extLst>
      <p:ext uri="{BB962C8B-B14F-4D97-AF65-F5344CB8AC3E}">
        <p14:creationId xmlns:p14="http://schemas.microsoft.com/office/powerpoint/2010/main" val="1997281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 option 3">
    <p:spTree>
      <p:nvGrpSpPr>
        <p:cNvPr id="1" name=""/>
        <p:cNvGrpSpPr/>
        <p:nvPr/>
      </p:nvGrpSpPr>
      <p:grpSpPr>
        <a:xfrm>
          <a:off x="0" y="0"/>
          <a:ext cx="0" cy="0"/>
          <a:chOff x="0" y="0"/>
          <a:chExt cx="0" cy="0"/>
        </a:xfrm>
      </p:grpSpPr>
      <p:pic>
        <p:nvPicPr>
          <p:cNvPr id="7" name="cover-backg-2.jpg"/>
          <p:cNvPicPr>
            <a:picLocks noChangeAspect="1"/>
          </p:cNvPicPr>
          <p:nvPr userDrawn="1"/>
        </p:nvPicPr>
        <p:blipFill>
          <a:blip r:embed="rId2" cstate="print"/>
          <a:stretch>
            <a:fillRect/>
          </a:stretch>
        </p:blipFill>
        <p:spPr>
          <a:xfrm>
            <a:off x="0" y="0"/>
            <a:ext cx="9161294" cy="5153228"/>
          </a:xfrm>
          <a:prstGeom prst="rect">
            <a:avLst/>
          </a:prstGeom>
          <a:ln w="12700">
            <a:miter lim="400000"/>
          </a:ln>
        </p:spPr>
      </p:pic>
      <p:sp>
        <p:nvSpPr>
          <p:cNvPr id="2" name="Title 1"/>
          <p:cNvSpPr>
            <a:spLocks noGrp="1"/>
          </p:cNvSpPr>
          <p:nvPr>
            <p:ph type="ctrTitle"/>
          </p:nvPr>
        </p:nvSpPr>
        <p:spPr>
          <a:xfrm>
            <a:off x="252000" y="698400"/>
            <a:ext cx="8640000" cy="1157696"/>
          </a:xfrm>
        </p:spPr>
        <p:txBody>
          <a:bodyPr anchor="b">
            <a:normAutofit/>
          </a:bodyPr>
          <a:lstStyle>
            <a:lvl1pPr algn="l">
              <a:defRPr sz="3200">
                <a:solidFill>
                  <a:schemeClr val="bg2"/>
                </a:solidFill>
              </a:defRPr>
            </a:lvl1pPr>
          </a:lstStyle>
          <a:p>
            <a:r>
              <a:rPr lang="en-US"/>
              <a:t>Click to edit Master title style</a:t>
            </a:r>
          </a:p>
        </p:txBody>
      </p:sp>
      <p:sp>
        <p:nvSpPr>
          <p:cNvPr id="3" name="Subtitle 2"/>
          <p:cNvSpPr>
            <a:spLocks noGrp="1"/>
          </p:cNvSpPr>
          <p:nvPr>
            <p:ph type="subTitle" idx="1"/>
          </p:nvPr>
        </p:nvSpPr>
        <p:spPr>
          <a:xfrm>
            <a:off x="252000" y="2129051"/>
            <a:ext cx="8640000" cy="1814299"/>
          </a:xfrm>
        </p:spPr>
        <p:txBody>
          <a:bodyPr/>
          <a:lstStyle>
            <a:lvl1pPr marL="0" indent="0" algn="l">
              <a:buNone/>
              <a:defRPr sz="18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8" name="Rectangle 7"/>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bg2"/>
                </a:solidFill>
              </a:rPr>
              <a:t>www.metoffice.gov.uk	</a:t>
            </a:r>
            <a:endParaRPr lang="en-GB" sz="800">
              <a:solidFill>
                <a:schemeClr val="bg2"/>
              </a:solidFill>
            </a:endParaRPr>
          </a:p>
        </p:txBody>
      </p:sp>
      <p:sp>
        <p:nvSpPr>
          <p:cNvPr id="9" name="Rectangle 8"/>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bg2"/>
                </a:solidFill>
              </a:rPr>
              <a:t>© Crown Copyright</a:t>
            </a:r>
            <a:r>
              <a:rPr lang="fr-BE" sz="800" baseline="0">
                <a:solidFill>
                  <a:schemeClr val="bg2"/>
                </a:solidFill>
              </a:rPr>
              <a:t> 2022, Met Office</a:t>
            </a:r>
            <a:endParaRPr lang="en-GB" sz="800">
              <a:solidFill>
                <a:schemeClr val="bg2"/>
              </a:solidFill>
            </a:endParaRPr>
          </a:p>
        </p:txBody>
      </p:sp>
      <p:pic>
        <p:nvPicPr>
          <p:cNvPr id="10" name="MO_MASTER_for_dark_backg_RBG.png"/>
          <p:cNvPicPr>
            <a:picLocks noChangeAspect="1"/>
          </p:cNvPicPr>
          <p:nvPr userDrawn="1"/>
        </p:nvPicPr>
        <p:blipFill>
          <a:blip r:embed="rId3" cstate="print"/>
          <a:stretch>
            <a:fillRect/>
          </a:stretch>
        </p:blipFill>
        <p:spPr>
          <a:xfrm>
            <a:off x="183600" y="54000"/>
            <a:ext cx="1803780" cy="565650"/>
          </a:xfrm>
          <a:prstGeom prst="rect">
            <a:avLst/>
          </a:prstGeom>
          <a:ln w="12700">
            <a:miter lim="400000"/>
          </a:ln>
        </p:spPr>
      </p:pic>
    </p:spTree>
    <p:extLst>
      <p:ext uri="{BB962C8B-B14F-4D97-AF65-F5344CB8AC3E}">
        <p14:creationId xmlns:p14="http://schemas.microsoft.com/office/powerpoint/2010/main" val="1345083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 option 4">
    <p:spTree>
      <p:nvGrpSpPr>
        <p:cNvPr id="1" name=""/>
        <p:cNvGrpSpPr/>
        <p:nvPr/>
      </p:nvGrpSpPr>
      <p:grpSpPr>
        <a:xfrm>
          <a:off x="0" y="0"/>
          <a:ext cx="0" cy="0"/>
          <a:chOff x="0" y="0"/>
          <a:chExt cx="0" cy="0"/>
        </a:xfrm>
      </p:grpSpPr>
      <p:sp>
        <p:nvSpPr>
          <p:cNvPr id="2" name="Title 1"/>
          <p:cNvSpPr>
            <a:spLocks noGrp="1"/>
          </p:cNvSpPr>
          <p:nvPr>
            <p:ph type="ctrTitle"/>
          </p:nvPr>
        </p:nvSpPr>
        <p:spPr>
          <a:xfrm>
            <a:off x="252000" y="698400"/>
            <a:ext cx="8640000" cy="1157696"/>
          </a:xfrm>
        </p:spPr>
        <p:txBody>
          <a:bodyPr anchor="b">
            <a:normAutofit/>
          </a:bodyPr>
          <a:lstStyle>
            <a:lvl1pPr algn="l">
              <a:defRPr sz="3600">
                <a:solidFill>
                  <a:schemeClr val="tx1"/>
                </a:solidFill>
              </a:defRPr>
            </a:lvl1pPr>
          </a:lstStyle>
          <a:p>
            <a:r>
              <a:rPr lang="en-US"/>
              <a:t>Click to edit Master title style</a:t>
            </a:r>
          </a:p>
        </p:txBody>
      </p:sp>
      <p:sp>
        <p:nvSpPr>
          <p:cNvPr id="3" name="Subtitle 2"/>
          <p:cNvSpPr>
            <a:spLocks noGrp="1"/>
          </p:cNvSpPr>
          <p:nvPr>
            <p:ph type="subTitle" idx="1"/>
          </p:nvPr>
        </p:nvSpPr>
        <p:spPr>
          <a:xfrm>
            <a:off x="252000" y="2129051"/>
            <a:ext cx="8640000" cy="1814299"/>
          </a:xfrm>
        </p:spPr>
        <p:txBody>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Rectangle 4"/>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tx1"/>
                </a:solidFill>
              </a:rPr>
              <a:t>© Crown Copyright</a:t>
            </a:r>
            <a:r>
              <a:rPr lang="fr-BE" sz="800" baseline="0">
                <a:solidFill>
                  <a:schemeClr val="tx1"/>
                </a:solidFill>
              </a:rPr>
              <a:t> 2023, Met Office</a:t>
            </a:r>
            <a:endParaRPr lang="en-GB" sz="800">
              <a:solidFill>
                <a:schemeClr val="tx1"/>
              </a:solidFill>
            </a:endParaRPr>
          </a:p>
        </p:txBody>
      </p:sp>
      <p:sp>
        <p:nvSpPr>
          <p:cNvPr id="6" name="Rectangle 5"/>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www.metoffice.gov.uk</a:t>
            </a:r>
            <a:r>
              <a:rPr lang="fr-BE" sz="800">
                <a:solidFill>
                  <a:schemeClr val="bg2"/>
                </a:solidFill>
              </a:rPr>
              <a:t>	</a:t>
            </a:r>
            <a:endParaRPr lang="en-GB" sz="800">
              <a:solidFill>
                <a:schemeClr val="bg2"/>
              </a:solidFill>
            </a:endParaRPr>
          </a:p>
        </p:txBody>
      </p:sp>
    </p:spTree>
    <p:extLst>
      <p:ext uri="{BB962C8B-B14F-4D97-AF65-F5344CB8AC3E}">
        <p14:creationId xmlns:p14="http://schemas.microsoft.com/office/powerpoint/2010/main" val="360936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Title slide - option 4">
    <p:spTree>
      <p:nvGrpSpPr>
        <p:cNvPr id="1" name=""/>
        <p:cNvGrpSpPr/>
        <p:nvPr/>
      </p:nvGrpSpPr>
      <p:grpSpPr>
        <a:xfrm>
          <a:off x="0" y="0"/>
          <a:ext cx="0" cy="0"/>
          <a:chOff x="0" y="0"/>
          <a:chExt cx="0" cy="0"/>
        </a:xfrm>
      </p:grpSpPr>
      <p:sp>
        <p:nvSpPr>
          <p:cNvPr id="2" name="Title 1"/>
          <p:cNvSpPr>
            <a:spLocks noGrp="1"/>
          </p:cNvSpPr>
          <p:nvPr>
            <p:ph type="ctrTitle"/>
          </p:nvPr>
        </p:nvSpPr>
        <p:spPr>
          <a:xfrm>
            <a:off x="252000" y="698400"/>
            <a:ext cx="8640000" cy="1157696"/>
          </a:xfrm>
        </p:spPr>
        <p:txBody>
          <a:bodyPr anchor="b">
            <a:normAutofit/>
          </a:bodyPr>
          <a:lstStyle>
            <a:lvl1pPr algn="l">
              <a:defRPr sz="3600">
                <a:solidFill>
                  <a:schemeClr val="tx1"/>
                </a:solidFill>
              </a:defRPr>
            </a:lvl1pPr>
          </a:lstStyle>
          <a:p>
            <a:r>
              <a:rPr lang="en-US"/>
              <a:t>Click to edit Master title style</a:t>
            </a:r>
          </a:p>
        </p:txBody>
      </p:sp>
      <p:sp>
        <p:nvSpPr>
          <p:cNvPr id="3" name="Subtitle 2"/>
          <p:cNvSpPr>
            <a:spLocks noGrp="1"/>
          </p:cNvSpPr>
          <p:nvPr>
            <p:ph type="subTitle" idx="1"/>
          </p:nvPr>
        </p:nvSpPr>
        <p:spPr>
          <a:xfrm>
            <a:off x="252000" y="2129051"/>
            <a:ext cx="8640000" cy="1814299"/>
          </a:xfrm>
        </p:spPr>
        <p:txBody>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Rectangle 4"/>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tx1"/>
                </a:solidFill>
              </a:rPr>
              <a:t>© Crown Copyright</a:t>
            </a:r>
            <a:r>
              <a:rPr lang="fr-BE" sz="800" baseline="0">
                <a:solidFill>
                  <a:schemeClr val="tx1"/>
                </a:solidFill>
              </a:rPr>
              <a:t> 2022, Met Office</a:t>
            </a:r>
            <a:endParaRPr lang="en-GB" sz="800">
              <a:solidFill>
                <a:schemeClr val="tx1"/>
              </a:solidFill>
            </a:endParaRPr>
          </a:p>
        </p:txBody>
      </p:sp>
      <p:sp>
        <p:nvSpPr>
          <p:cNvPr id="6" name="Rectangle 5"/>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www.metoffice.gov.uk</a:t>
            </a:r>
            <a:r>
              <a:rPr lang="fr-BE" sz="800">
                <a:solidFill>
                  <a:schemeClr val="bg2"/>
                </a:solidFill>
              </a:rPr>
              <a:t>	</a:t>
            </a:r>
            <a:endParaRPr lang="en-GB" sz="800">
              <a:solidFill>
                <a:schemeClr val="bg2"/>
              </a:solidFill>
            </a:endParaRPr>
          </a:p>
        </p:txBody>
      </p:sp>
      <p:sp>
        <p:nvSpPr>
          <p:cNvPr id="7" name="Shape 48"/>
          <p:cNvSpPr/>
          <p:nvPr userDrawn="1"/>
        </p:nvSpPr>
        <p:spPr>
          <a:xfrm>
            <a:off x="-1" y="-6009"/>
            <a:ext cx="9144002" cy="687642"/>
          </a:xfrm>
          <a:prstGeom prst="rect">
            <a:avLst/>
          </a:prstGeom>
          <a:blipFill>
            <a:blip r:embed="rId2" cstate="print"/>
          </a:blipFill>
          <a:ln w="12700">
            <a:miter lim="400000"/>
          </a:ln>
          <a:extLst>
            <a:ext uri="{C572A759-6A51-4108-AA02-DFA0A04FC94B}">
              <ma14:wrappingTextBoxFlag xmlns:ma14="http://schemas.microsoft.com/office/mac/drawingml/2011/main" xmlns="" val="1"/>
            </a:ext>
          </a:extLst>
        </p:spPr>
        <p:txBody>
          <a:bodyPr lIns="26789" tIns="26789" rIns="26789" bIns="26789" anchor="ctr"/>
          <a:lstStyle>
            <a:lvl1pPr>
              <a:defRPr sz="3200">
                <a:solidFill>
                  <a:srgbClr val="FFFFFF"/>
                </a:solidFill>
              </a:defRPr>
            </a:lvl1pPr>
          </a:lstStyle>
          <a:p>
            <a:pPr marL="0" marR="0" lvl="0" indent="0" algn="ctr" defTabSz="219075" rtl="0" eaLnBrk="1" fontAlgn="auto" latinLnBrk="0" hangingPunct="0">
              <a:lnSpc>
                <a:spcPct val="100000"/>
              </a:lnSpc>
              <a:spcBef>
                <a:spcPts val="0"/>
              </a:spcBef>
              <a:spcAft>
                <a:spcPts val="0"/>
              </a:spcAft>
              <a:buClrTx/>
              <a:buSzTx/>
              <a:buFontTx/>
              <a:buNone/>
              <a:tabLst/>
              <a:defRPr/>
            </a:pPr>
            <a:r>
              <a:rPr kumimoji="0" sz="1200" b="0" i="0" u="none" strike="noStrike" kern="0" cap="none" spc="0" normalizeH="0" baseline="0" noProof="0">
                <a:ln>
                  <a:noFill/>
                </a:ln>
                <a:solidFill>
                  <a:srgbClr val="FFFFFF"/>
                </a:solidFill>
                <a:effectLst/>
                <a:uLnTx/>
                <a:uFillTx/>
                <a:latin typeface="Arial"/>
                <a:sym typeface="Helvetica Light"/>
              </a:rPr>
              <a:t>  </a:t>
            </a:r>
          </a:p>
        </p:txBody>
      </p:sp>
      <p:pic>
        <p:nvPicPr>
          <p:cNvPr id="9" name="MO_MASTER_for_dark_backg_RBG.png"/>
          <p:cNvPicPr>
            <a:picLocks noChangeAspect="1"/>
          </p:cNvPicPr>
          <p:nvPr userDrawn="1"/>
        </p:nvPicPr>
        <p:blipFill>
          <a:blip r:embed="rId3" cstate="print"/>
          <a:stretch>
            <a:fillRect/>
          </a:stretch>
        </p:blipFill>
        <p:spPr>
          <a:xfrm>
            <a:off x="183600" y="54000"/>
            <a:ext cx="1803780" cy="565650"/>
          </a:xfrm>
          <a:prstGeom prst="rect">
            <a:avLst/>
          </a:prstGeom>
          <a:ln w="12700">
            <a:miter lim="400000"/>
          </a:ln>
        </p:spPr>
      </p:pic>
    </p:spTree>
    <p:extLst>
      <p:ext uri="{BB962C8B-B14F-4D97-AF65-F5344CB8AC3E}">
        <p14:creationId xmlns:p14="http://schemas.microsoft.com/office/powerpoint/2010/main" val="328486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option 5">
    <p:spTree>
      <p:nvGrpSpPr>
        <p:cNvPr id="1" name=""/>
        <p:cNvGrpSpPr/>
        <p:nvPr/>
      </p:nvGrpSpPr>
      <p:grpSpPr>
        <a:xfrm>
          <a:off x="0" y="0"/>
          <a:ext cx="0" cy="0"/>
          <a:chOff x="0" y="0"/>
          <a:chExt cx="0" cy="0"/>
        </a:xfrm>
      </p:grpSpPr>
      <p:sp>
        <p:nvSpPr>
          <p:cNvPr id="2" name="Title 1"/>
          <p:cNvSpPr>
            <a:spLocks noGrp="1"/>
          </p:cNvSpPr>
          <p:nvPr>
            <p:ph type="ctrTitle"/>
          </p:nvPr>
        </p:nvSpPr>
        <p:spPr>
          <a:xfrm>
            <a:off x="252000" y="698400"/>
            <a:ext cx="8640000" cy="1157696"/>
          </a:xfrm>
        </p:spPr>
        <p:txBody>
          <a:bodyPr anchor="b">
            <a:normAutofit/>
          </a:bodyPr>
          <a:lstStyle>
            <a:lvl1pPr algn="l">
              <a:defRPr sz="3600">
                <a:solidFill>
                  <a:schemeClr val="tx1"/>
                </a:solidFill>
              </a:defRPr>
            </a:lvl1pPr>
          </a:lstStyle>
          <a:p>
            <a:r>
              <a:rPr lang="en-US"/>
              <a:t>Click to edit Master title style</a:t>
            </a:r>
          </a:p>
        </p:txBody>
      </p:sp>
      <p:sp>
        <p:nvSpPr>
          <p:cNvPr id="3" name="Subtitle 2"/>
          <p:cNvSpPr>
            <a:spLocks noGrp="1"/>
          </p:cNvSpPr>
          <p:nvPr>
            <p:ph type="subTitle" idx="1"/>
          </p:nvPr>
        </p:nvSpPr>
        <p:spPr>
          <a:xfrm>
            <a:off x="252000" y="2129051"/>
            <a:ext cx="8640000" cy="1814299"/>
          </a:xfrm>
        </p:spPr>
        <p:txBody>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Shape 64"/>
          <p:cNvSpPr/>
          <p:nvPr userDrawn="1"/>
        </p:nvSpPr>
        <p:spPr>
          <a:xfrm flipV="1">
            <a:off x="2141935" y="135000"/>
            <a:ext cx="0" cy="405000"/>
          </a:xfrm>
          <a:prstGeom prst="line">
            <a:avLst/>
          </a:prstGeom>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5" name="Shape 68"/>
          <p:cNvSpPr/>
          <p:nvPr userDrawn="1"/>
        </p:nvSpPr>
        <p:spPr>
          <a:xfrm>
            <a:off x="7531089" y="204551"/>
            <a:ext cx="1360911" cy="270000"/>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0" marR="0" lvl="0" indent="0" algn="l" defTabSz="342900" rtl="0" eaLnBrk="1" fontAlgn="auto" latinLnBrk="0" hangingPunct="0">
              <a:lnSpc>
                <a:spcPct val="90000"/>
              </a:lnSpc>
              <a:spcBef>
                <a:spcPts val="300"/>
              </a:spcBef>
              <a:spcAft>
                <a:spcPts val="0"/>
              </a:spcAft>
              <a:buClrTx/>
              <a:buSzTx/>
              <a:buFontTx/>
              <a:buNone/>
              <a:tabLst/>
              <a:defRPr sz="2100">
                <a:solidFill>
                  <a:srgbClr val="2A2A2A"/>
                </a:solidFill>
                <a:latin typeface="Arial"/>
                <a:ea typeface="Arial"/>
                <a:cs typeface="Arial"/>
                <a:sym typeface="Arial"/>
              </a:defRPr>
            </a:pPr>
            <a:r>
              <a:rPr kumimoji="0" sz="800" b="0" i="0" u="none" strike="noStrike" kern="0" cap="none" spc="0" normalizeH="0" baseline="0" noProof="0">
                <a:ln>
                  <a:noFill/>
                </a:ln>
                <a:solidFill>
                  <a:srgbClr val="2A2A2A"/>
                </a:solidFill>
                <a:effectLst/>
                <a:uLnTx/>
                <a:uFillTx/>
                <a:latin typeface="Arial"/>
                <a:cs typeface="Arial"/>
                <a:sym typeface="Arial"/>
              </a:rPr>
              <a:t>Working together </a:t>
            </a:r>
            <a:br>
              <a:rPr kumimoji="0" sz="800" b="0" i="0" u="none" strike="noStrike" kern="0" cap="none" spc="0" normalizeH="0" baseline="0" noProof="0">
                <a:ln>
                  <a:noFill/>
                </a:ln>
                <a:solidFill>
                  <a:srgbClr val="2A2A2A"/>
                </a:solidFill>
                <a:effectLst/>
                <a:uLnTx/>
                <a:uFillTx/>
                <a:latin typeface="Arial"/>
                <a:cs typeface="Arial"/>
                <a:sym typeface="Arial"/>
              </a:rPr>
            </a:br>
            <a:r>
              <a:rPr kumimoji="0" sz="800" b="0" i="0" u="none" strike="noStrike" kern="0" cap="none" spc="0" normalizeH="0" baseline="0" noProof="0">
                <a:ln>
                  <a:noFill/>
                </a:ln>
                <a:solidFill>
                  <a:srgbClr val="2A2A2A"/>
                </a:solidFill>
                <a:effectLst/>
                <a:uLnTx/>
                <a:uFillTx/>
                <a:latin typeface="Arial"/>
                <a:cs typeface="Arial"/>
                <a:sym typeface="Arial"/>
              </a:rPr>
              <a:t>(enter working relationship)</a:t>
            </a:r>
          </a:p>
        </p:txBody>
      </p:sp>
      <p:sp>
        <p:nvSpPr>
          <p:cNvPr id="6" name="Shape 69"/>
          <p:cNvSpPr>
            <a:spLocks noGrp="1"/>
          </p:cNvSpPr>
          <p:nvPr>
            <p:ph type="pic" sz="quarter" idx="13"/>
          </p:nvPr>
        </p:nvSpPr>
        <p:spPr>
          <a:xfrm>
            <a:off x="2227171" y="204551"/>
            <a:ext cx="1176126" cy="270000"/>
          </a:xfrm>
          <a:prstGeom prst="rect">
            <a:avLst/>
          </a:prstGeom>
          <a:noFill/>
          <a:ln>
            <a:noFill/>
          </a:ln>
        </p:spPr>
        <p:txBody>
          <a:bodyPr wrap="square" lIns="68579" tIns="34289" rIns="68579" bIns="34289" anchor="t">
            <a:noAutofit/>
          </a:bodyPr>
          <a:lstStyle>
            <a:lvl1pPr marL="0" indent="0">
              <a:buNone/>
              <a:defRPr sz="800">
                <a:latin typeface="+mn-lt"/>
              </a:defRPr>
            </a:lvl1pPr>
          </a:lstStyle>
          <a:p>
            <a:r>
              <a:rPr lang="en-US"/>
              <a:t>Click icon to add picture</a:t>
            </a:r>
            <a:endParaRPr lang="en-GB"/>
          </a:p>
        </p:txBody>
      </p:sp>
      <p:sp>
        <p:nvSpPr>
          <p:cNvPr id="7" name="Shape 70"/>
          <p:cNvSpPr>
            <a:spLocks noGrp="1"/>
          </p:cNvSpPr>
          <p:nvPr>
            <p:ph type="pic" sz="quarter" idx="14"/>
          </p:nvPr>
        </p:nvSpPr>
        <p:spPr>
          <a:xfrm>
            <a:off x="3577935"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8" name="Shape 71"/>
          <p:cNvSpPr>
            <a:spLocks noGrp="1"/>
          </p:cNvSpPr>
          <p:nvPr>
            <p:ph type="pic" sz="quarter" idx="15"/>
          </p:nvPr>
        </p:nvSpPr>
        <p:spPr>
          <a:xfrm>
            <a:off x="4928103"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9" name="Shape 64"/>
          <p:cNvSpPr/>
          <p:nvPr userDrawn="1"/>
        </p:nvSpPr>
        <p:spPr>
          <a:xfrm flipV="1">
            <a:off x="3490913" y="135000"/>
            <a:ext cx="0" cy="405000"/>
          </a:xfrm>
          <a:prstGeom prst="line">
            <a:avLst/>
          </a:prstGeom>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0" name="Shape 64"/>
          <p:cNvSpPr/>
          <p:nvPr userDrawn="1"/>
        </p:nvSpPr>
        <p:spPr>
          <a:xfrm flipV="1">
            <a:off x="4842272" y="135000"/>
            <a:ext cx="0" cy="405000"/>
          </a:xfrm>
          <a:prstGeom prst="line">
            <a:avLst/>
          </a:prstGeom>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1" name="Shape 64"/>
          <p:cNvSpPr/>
          <p:nvPr userDrawn="1"/>
        </p:nvSpPr>
        <p:spPr>
          <a:xfrm flipV="1">
            <a:off x="6192441" y="135000"/>
            <a:ext cx="0" cy="405000"/>
          </a:xfrm>
          <a:prstGeom prst="line">
            <a:avLst/>
          </a:prstGeom>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2" name="Shape 71"/>
          <p:cNvSpPr>
            <a:spLocks noGrp="1"/>
          </p:cNvSpPr>
          <p:nvPr>
            <p:ph type="pic" sz="quarter" idx="17"/>
          </p:nvPr>
        </p:nvSpPr>
        <p:spPr>
          <a:xfrm>
            <a:off x="6273702"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13" name="Rectangle 12"/>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www.metoffice.gov.uk</a:t>
            </a:r>
            <a:r>
              <a:rPr lang="fr-BE" sz="800">
                <a:solidFill>
                  <a:schemeClr val="bg2"/>
                </a:solidFill>
              </a:rPr>
              <a:t>	</a:t>
            </a:r>
            <a:endParaRPr lang="en-GB" sz="800">
              <a:solidFill>
                <a:schemeClr val="bg2"/>
              </a:solidFill>
            </a:endParaRPr>
          </a:p>
        </p:txBody>
      </p:sp>
      <p:sp>
        <p:nvSpPr>
          <p:cNvPr id="14" name="Rectangle 13"/>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tx1"/>
                </a:solidFill>
              </a:rPr>
              <a:t>© Crown Copyright</a:t>
            </a:r>
            <a:r>
              <a:rPr lang="fr-BE" sz="800" baseline="0">
                <a:solidFill>
                  <a:schemeClr val="tx1"/>
                </a:solidFill>
              </a:rPr>
              <a:t> 2022, Met Office</a:t>
            </a:r>
            <a:endParaRPr lang="en-GB" sz="800">
              <a:solidFill>
                <a:schemeClr val="tx1"/>
              </a:solidFill>
            </a:endParaRPr>
          </a:p>
        </p:txBody>
      </p:sp>
    </p:spTree>
    <p:extLst>
      <p:ext uri="{BB962C8B-B14F-4D97-AF65-F5344CB8AC3E}">
        <p14:creationId xmlns:p14="http://schemas.microsoft.com/office/powerpoint/2010/main" val="2319979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 option 5">
    <p:spTree>
      <p:nvGrpSpPr>
        <p:cNvPr id="1" name=""/>
        <p:cNvGrpSpPr/>
        <p:nvPr/>
      </p:nvGrpSpPr>
      <p:grpSpPr>
        <a:xfrm>
          <a:off x="0" y="0"/>
          <a:ext cx="0" cy="0"/>
          <a:chOff x="0" y="0"/>
          <a:chExt cx="0" cy="0"/>
        </a:xfrm>
      </p:grpSpPr>
      <p:sp>
        <p:nvSpPr>
          <p:cNvPr id="15" name="Shape 48"/>
          <p:cNvSpPr/>
          <p:nvPr userDrawn="1"/>
        </p:nvSpPr>
        <p:spPr>
          <a:xfrm>
            <a:off x="-1" y="-6009"/>
            <a:ext cx="9144002" cy="687642"/>
          </a:xfrm>
          <a:prstGeom prst="rect">
            <a:avLst/>
          </a:prstGeom>
          <a:blipFill>
            <a:blip r:embed="rId2" cstate="print"/>
          </a:blipFill>
          <a:ln w="12700">
            <a:miter lim="400000"/>
          </a:ln>
          <a:extLst>
            <a:ext uri="{C572A759-6A51-4108-AA02-DFA0A04FC94B}">
              <ma14:wrappingTextBoxFlag xmlns:ma14="http://schemas.microsoft.com/office/mac/drawingml/2011/main" xmlns="" val="1"/>
            </a:ext>
          </a:extLst>
        </p:spPr>
        <p:txBody>
          <a:bodyPr lIns="26789" tIns="26789" rIns="26789" bIns="26789" anchor="ctr"/>
          <a:lstStyle>
            <a:lvl1pPr>
              <a:defRPr sz="3200">
                <a:solidFill>
                  <a:srgbClr val="FFFFFF"/>
                </a:solidFill>
              </a:defRPr>
            </a:lvl1pPr>
          </a:lstStyle>
          <a:p>
            <a:pPr marL="0" marR="0" lvl="0" indent="0" algn="ctr" defTabSz="219075" rtl="0" eaLnBrk="1" fontAlgn="auto" latinLnBrk="0" hangingPunct="0">
              <a:lnSpc>
                <a:spcPct val="100000"/>
              </a:lnSpc>
              <a:spcBef>
                <a:spcPts val="0"/>
              </a:spcBef>
              <a:spcAft>
                <a:spcPts val="0"/>
              </a:spcAft>
              <a:buClrTx/>
              <a:buSzTx/>
              <a:buFontTx/>
              <a:buNone/>
              <a:tabLst/>
              <a:defRPr/>
            </a:pPr>
            <a:r>
              <a:rPr kumimoji="0" sz="1200" b="0" i="0" u="none" strike="noStrike" kern="0" cap="none" spc="0" normalizeH="0" baseline="0" noProof="0">
                <a:ln>
                  <a:noFill/>
                </a:ln>
                <a:solidFill>
                  <a:srgbClr val="FFFFFF"/>
                </a:solidFill>
                <a:effectLst/>
                <a:uLnTx/>
                <a:uFillTx/>
                <a:latin typeface="Arial"/>
                <a:sym typeface="Helvetica Light"/>
              </a:rPr>
              <a:t>  </a:t>
            </a:r>
          </a:p>
        </p:txBody>
      </p:sp>
      <p:sp>
        <p:nvSpPr>
          <p:cNvPr id="2" name="Title 1"/>
          <p:cNvSpPr>
            <a:spLocks noGrp="1"/>
          </p:cNvSpPr>
          <p:nvPr>
            <p:ph type="ctrTitle"/>
          </p:nvPr>
        </p:nvSpPr>
        <p:spPr>
          <a:xfrm>
            <a:off x="252000" y="698400"/>
            <a:ext cx="8640000" cy="1157696"/>
          </a:xfrm>
        </p:spPr>
        <p:txBody>
          <a:bodyPr anchor="b">
            <a:normAutofit/>
          </a:bodyPr>
          <a:lstStyle>
            <a:lvl1pPr algn="l">
              <a:defRPr sz="3600">
                <a:solidFill>
                  <a:schemeClr val="tx1"/>
                </a:solidFill>
              </a:defRPr>
            </a:lvl1pPr>
          </a:lstStyle>
          <a:p>
            <a:r>
              <a:rPr lang="en-US"/>
              <a:t>Click to edit Master title style</a:t>
            </a:r>
          </a:p>
        </p:txBody>
      </p:sp>
      <p:sp>
        <p:nvSpPr>
          <p:cNvPr id="3" name="Subtitle 2"/>
          <p:cNvSpPr>
            <a:spLocks noGrp="1"/>
          </p:cNvSpPr>
          <p:nvPr>
            <p:ph type="subTitle" idx="1"/>
          </p:nvPr>
        </p:nvSpPr>
        <p:spPr>
          <a:xfrm>
            <a:off x="252000" y="2129051"/>
            <a:ext cx="8640000" cy="1814299"/>
          </a:xfrm>
        </p:spPr>
        <p:txBody>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Shape 64"/>
          <p:cNvSpPr/>
          <p:nvPr userDrawn="1"/>
        </p:nvSpPr>
        <p:spPr>
          <a:xfrm flipV="1">
            <a:off x="2141935" y="135000"/>
            <a:ext cx="0" cy="405000"/>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6" name="Shape 69"/>
          <p:cNvSpPr>
            <a:spLocks noGrp="1"/>
          </p:cNvSpPr>
          <p:nvPr>
            <p:ph type="pic" sz="quarter" idx="13"/>
          </p:nvPr>
        </p:nvSpPr>
        <p:spPr>
          <a:xfrm>
            <a:off x="2227171" y="204551"/>
            <a:ext cx="1176126" cy="270000"/>
          </a:xfrm>
          <a:prstGeom prst="rect">
            <a:avLst/>
          </a:prstGeom>
          <a:noFill/>
          <a:ln>
            <a:noFill/>
          </a:ln>
        </p:spPr>
        <p:txBody>
          <a:bodyPr wrap="square" lIns="68579" tIns="34289" rIns="68579" bIns="34289" anchor="t">
            <a:noAutofit/>
          </a:bodyPr>
          <a:lstStyle>
            <a:lvl1pPr marL="0" indent="0">
              <a:buNone/>
              <a:defRPr sz="800">
                <a:latin typeface="+mn-lt"/>
              </a:defRPr>
            </a:lvl1pPr>
          </a:lstStyle>
          <a:p>
            <a:r>
              <a:rPr lang="en-US"/>
              <a:t>Click icon to add picture</a:t>
            </a:r>
            <a:endParaRPr lang="en-GB"/>
          </a:p>
        </p:txBody>
      </p:sp>
      <p:sp>
        <p:nvSpPr>
          <p:cNvPr id="7" name="Shape 70"/>
          <p:cNvSpPr>
            <a:spLocks noGrp="1"/>
          </p:cNvSpPr>
          <p:nvPr>
            <p:ph type="pic" sz="quarter" idx="14"/>
          </p:nvPr>
        </p:nvSpPr>
        <p:spPr>
          <a:xfrm>
            <a:off x="3577935"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8" name="Shape 71"/>
          <p:cNvSpPr>
            <a:spLocks noGrp="1"/>
          </p:cNvSpPr>
          <p:nvPr>
            <p:ph type="pic" sz="quarter" idx="15"/>
          </p:nvPr>
        </p:nvSpPr>
        <p:spPr>
          <a:xfrm>
            <a:off x="4928103"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9" name="Shape 64"/>
          <p:cNvSpPr/>
          <p:nvPr userDrawn="1"/>
        </p:nvSpPr>
        <p:spPr>
          <a:xfrm flipV="1">
            <a:off x="3490913" y="135000"/>
            <a:ext cx="0" cy="405000"/>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0" name="Shape 64"/>
          <p:cNvSpPr/>
          <p:nvPr userDrawn="1"/>
        </p:nvSpPr>
        <p:spPr>
          <a:xfrm flipV="1">
            <a:off x="4842272" y="135000"/>
            <a:ext cx="0" cy="405000"/>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1" name="Shape 64"/>
          <p:cNvSpPr/>
          <p:nvPr userDrawn="1"/>
        </p:nvSpPr>
        <p:spPr>
          <a:xfrm flipV="1">
            <a:off x="6192441" y="135000"/>
            <a:ext cx="0" cy="405000"/>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marL="0" marR="0" lvl="0" indent="0" algn="ctr" defTabSz="219075" rtl="0" eaLnBrk="1" fontAlgn="auto" latinLnBrk="0" hangingPunct="0">
              <a:lnSpc>
                <a:spcPct val="100000"/>
              </a:lnSpc>
              <a:spcBef>
                <a:spcPts val="0"/>
              </a:spcBef>
              <a:spcAft>
                <a:spcPts val="0"/>
              </a:spcAft>
              <a:buClrTx/>
              <a:buSzTx/>
              <a:buFontTx/>
              <a:buNone/>
              <a:tabLst/>
              <a:defRPr sz="3200"/>
            </a:pPr>
            <a:endParaRPr kumimoji="0" sz="1200" b="0" i="0" u="none" strike="noStrike" kern="0" cap="none" spc="0" normalizeH="0" baseline="0" noProof="0">
              <a:ln>
                <a:noFill/>
              </a:ln>
              <a:solidFill>
                <a:srgbClr val="2A2A2A"/>
              </a:solidFill>
              <a:effectLst/>
              <a:uLnTx/>
              <a:uFillTx/>
              <a:latin typeface="Arial"/>
              <a:sym typeface="Helvetica Light"/>
            </a:endParaRPr>
          </a:p>
        </p:txBody>
      </p:sp>
      <p:sp>
        <p:nvSpPr>
          <p:cNvPr id="12" name="Shape 71"/>
          <p:cNvSpPr>
            <a:spLocks noGrp="1"/>
          </p:cNvSpPr>
          <p:nvPr>
            <p:ph type="pic" sz="quarter" idx="17"/>
          </p:nvPr>
        </p:nvSpPr>
        <p:spPr>
          <a:xfrm>
            <a:off x="6273702" y="204551"/>
            <a:ext cx="1176127" cy="270000"/>
          </a:xfrm>
          <a:prstGeom prst="rect">
            <a:avLst/>
          </a:prstGeom>
          <a:noFill/>
          <a:ln>
            <a:noFill/>
          </a:ln>
        </p:spPr>
        <p:txBody>
          <a:bodyPr lIns="68579" tIns="34289" rIns="68579" bIns="34289" anchor="t">
            <a:noAutofit/>
          </a:bodyPr>
          <a:lstStyle>
            <a:lvl1pPr marL="0" indent="0">
              <a:buNone/>
              <a:defRPr sz="800"/>
            </a:lvl1pPr>
          </a:lstStyle>
          <a:p>
            <a:r>
              <a:rPr lang="en-US"/>
              <a:t>Click icon to add picture</a:t>
            </a:r>
            <a:endParaRPr/>
          </a:p>
        </p:txBody>
      </p:sp>
      <p:sp>
        <p:nvSpPr>
          <p:cNvPr id="13" name="Rectangle 12"/>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www.metoffice.gov.uk</a:t>
            </a:r>
            <a:r>
              <a:rPr lang="fr-BE" sz="800">
                <a:solidFill>
                  <a:schemeClr val="bg2"/>
                </a:solidFill>
              </a:rPr>
              <a:t>	</a:t>
            </a:r>
            <a:endParaRPr lang="en-GB" sz="800">
              <a:solidFill>
                <a:schemeClr val="bg2"/>
              </a:solidFill>
            </a:endParaRPr>
          </a:p>
        </p:txBody>
      </p:sp>
      <p:sp>
        <p:nvSpPr>
          <p:cNvPr id="14" name="Rectangle 13"/>
          <p:cNvSpPr/>
          <p:nvPr userDrawn="1"/>
        </p:nvSpPr>
        <p:spPr>
          <a:xfrm>
            <a:off x="4217158" y="473577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tx1"/>
                </a:solidFill>
              </a:rPr>
              <a:t>© Crown Copyright</a:t>
            </a:r>
            <a:r>
              <a:rPr lang="fr-BE" sz="800" baseline="0">
                <a:solidFill>
                  <a:schemeClr val="tx1"/>
                </a:solidFill>
              </a:rPr>
              <a:t> 2022, Met Office</a:t>
            </a:r>
            <a:endParaRPr lang="en-GB" sz="800">
              <a:solidFill>
                <a:schemeClr val="tx1"/>
              </a:solidFill>
            </a:endParaRPr>
          </a:p>
        </p:txBody>
      </p:sp>
      <p:sp>
        <p:nvSpPr>
          <p:cNvPr id="5" name="Shape 68"/>
          <p:cNvSpPr/>
          <p:nvPr userDrawn="1"/>
        </p:nvSpPr>
        <p:spPr>
          <a:xfrm>
            <a:off x="7531089" y="204551"/>
            <a:ext cx="1360911" cy="270000"/>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0" marR="0" lvl="0" indent="0" algn="l" defTabSz="342900" rtl="0" eaLnBrk="1" fontAlgn="auto" latinLnBrk="0" hangingPunct="0">
              <a:lnSpc>
                <a:spcPct val="90000"/>
              </a:lnSpc>
              <a:spcBef>
                <a:spcPts val="300"/>
              </a:spcBef>
              <a:spcAft>
                <a:spcPts val="0"/>
              </a:spcAft>
              <a:buClrTx/>
              <a:buSzTx/>
              <a:buFontTx/>
              <a:buNone/>
              <a:tabLst/>
              <a:defRPr sz="2100">
                <a:solidFill>
                  <a:srgbClr val="2A2A2A"/>
                </a:solidFill>
                <a:latin typeface="Arial"/>
                <a:ea typeface="Arial"/>
                <a:cs typeface="Arial"/>
                <a:sym typeface="Arial"/>
              </a:defRPr>
            </a:pPr>
            <a:r>
              <a:rPr kumimoji="0" sz="800" b="0" i="0" u="none" strike="noStrike" kern="0" cap="none" spc="0" normalizeH="0" baseline="0" noProof="0">
                <a:ln>
                  <a:noFill/>
                </a:ln>
                <a:solidFill>
                  <a:schemeClr val="accent6"/>
                </a:solidFill>
                <a:effectLst/>
                <a:uLnTx/>
                <a:uFillTx/>
                <a:latin typeface="Arial"/>
                <a:cs typeface="Arial"/>
                <a:sym typeface="Arial"/>
              </a:rPr>
              <a:t>Working together </a:t>
            </a:r>
            <a:br>
              <a:rPr kumimoji="0" sz="800" b="0" i="0" u="none" strike="noStrike" kern="0" cap="none" spc="0" normalizeH="0" baseline="0" noProof="0">
                <a:ln>
                  <a:noFill/>
                </a:ln>
                <a:solidFill>
                  <a:schemeClr val="accent6"/>
                </a:solidFill>
                <a:effectLst/>
                <a:uLnTx/>
                <a:uFillTx/>
                <a:latin typeface="Arial"/>
                <a:cs typeface="Arial"/>
                <a:sym typeface="Arial"/>
              </a:rPr>
            </a:br>
            <a:r>
              <a:rPr kumimoji="0" sz="800" b="0" i="0" u="none" strike="noStrike" kern="0" cap="none" spc="0" normalizeH="0" baseline="0" noProof="0">
                <a:ln>
                  <a:noFill/>
                </a:ln>
                <a:solidFill>
                  <a:schemeClr val="accent6"/>
                </a:solidFill>
                <a:effectLst/>
                <a:uLnTx/>
                <a:uFillTx/>
                <a:latin typeface="Arial"/>
                <a:cs typeface="Arial"/>
                <a:sym typeface="Arial"/>
              </a:rPr>
              <a:t>(enter working relationship)</a:t>
            </a:r>
          </a:p>
        </p:txBody>
      </p:sp>
      <p:pic>
        <p:nvPicPr>
          <p:cNvPr id="18" name="MO_MASTER_for_dark_backg_RBG.png"/>
          <p:cNvPicPr>
            <a:picLocks noChangeAspect="1"/>
          </p:cNvPicPr>
          <p:nvPr userDrawn="1"/>
        </p:nvPicPr>
        <p:blipFill>
          <a:blip r:embed="rId3" cstate="print"/>
          <a:stretch>
            <a:fillRect/>
          </a:stretch>
        </p:blipFill>
        <p:spPr>
          <a:xfrm>
            <a:off x="183600" y="54000"/>
            <a:ext cx="1803780" cy="565650"/>
          </a:xfrm>
          <a:prstGeom prst="rect">
            <a:avLst/>
          </a:prstGeom>
          <a:ln w="12700">
            <a:miter lim="400000"/>
          </a:ln>
        </p:spPr>
      </p:pic>
    </p:spTree>
    <p:extLst>
      <p:ext uri="{BB962C8B-B14F-4D97-AF65-F5344CB8AC3E}">
        <p14:creationId xmlns:p14="http://schemas.microsoft.com/office/powerpoint/2010/main" val="2047208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1 column">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endParaRPr lang="en-GB"/>
          </a:p>
        </p:txBody>
      </p:sp>
      <p:sp>
        <p:nvSpPr>
          <p:cNvPr id="11" name="Slide Number Placeholder 10"/>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101262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Content -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2000" y="1548000"/>
            <a:ext cx="4087988"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2400" y="1548000"/>
            <a:ext cx="40896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4567473" y="1548000"/>
            <a:ext cx="0" cy="3060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5" name="Slide Number Placeholder 4"/>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2871592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2 columns third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2000" y="1548000"/>
            <a:ext cx="56700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2000" y="1548000"/>
            <a:ext cx="27000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57352" y="1548000"/>
            <a:ext cx="0" cy="3060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5" name="Slide Number Placeholder 4"/>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321948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2000" y="1548000"/>
            <a:ext cx="27000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2000" y="1548000"/>
            <a:ext cx="27000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3093513" y="1548000"/>
            <a:ext cx="0" cy="3060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6" name="Content Placeholder 3"/>
          <p:cNvSpPr>
            <a:spLocks noGrp="1"/>
          </p:cNvSpPr>
          <p:nvPr>
            <p:ph sz="half" idx="10"/>
          </p:nvPr>
        </p:nvSpPr>
        <p:spPr>
          <a:xfrm>
            <a:off x="3222000" y="1548000"/>
            <a:ext cx="2700000"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57352" y="1548000"/>
            <a:ext cx="0" cy="3060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5" name="Slide Number Placeholder 4"/>
          <p:cNvSpPr>
            <a:spLocks noGrp="1"/>
          </p:cNvSpPr>
          <p:nvPr>
            <p:ph type="sldNum" sz="quarter" idx="11"/>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1770483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1 column + image">
    <p:spTree>
      <p:nvGrpSpPr>
        <p:cNvPr id="1" name=""/>
        <p:cNvGrpSpPr/>
        <p:nvPr/>
      </p:nvGrpSpPr>
      <p:grpSpPr>
        <a:xfrm>
          <a:off x="0" y="0"/>
          <a:ext cx="0" cy="0"/>
          <a:chOff x="0" y="0"/>
          <a:chExt cx="0" cy="0"/>
        </a:xfrm>
      </p:grpSpPr>
      <p:sp>
        <p:nvSpPr>
          <p:cNvPr id="2" name="Title 1"/>
          <p:cNvSpPr>
            <a:spLocks noGrp="1"/>
          </p:cNvSpPr>
          <p:nvPr>
            <p:ph type="title"/>
          </p:nvPr>
        </p:nvSpPr>
        <p:spPr>
          <a:xfrm>
            <a:off x="252000" y="699740"/>
            <a:ext cx="4087988" cy="576000"/>
          </a:xfrm>
        </p:spPr>
        <p:txBody>
          <a:bodyPr/>
          <a:lstStyle/>
          <a:p>
            <a:r>
              <a:rPr lang="en-US"/>
              <a:t>Click to edit Master title style</a:t>
            </a:r>
          </a:p>
        </p:txBody>
      </p:sp>
      <p:sp>
        <p:nvSpPr>
          <p:cNvPr id="3" name="Content Placeholder 2"/>
          <p:cNvSpPr>
            <a:spLocks noGrp="1"/>
          </p:cNvSpPr>
          <p:nvPr>
            <p:ph sz="half" idx="1"/>
          </p:nvPr>
        </p:nvSpPr>
        <p:spPr>
          <a:xfrm>
            <a:off x="252000" y="1548000"/>
            <a:ext cx="4087988" cy="3060000"/>
          </a:xfrm>
        </p:spPr>
        <p:txBody>
          <a:bodyPr/>
          <a:lstStyle>
            <a:lvl1pPr>
              <a:defRPr lang="en-US" smtClean="0"/>
            </a:lvl1pPr>
            <a:lvl2pPr>
              <a:defRPr lang="en-US" smtClean="0"/>
            </a:lvl2pPr>
            <a:lvl3pPr>
              <a:defRPr lang="en-US" smtClean="0"/>
            </a:lvl3pPr>
            <a:lvl4pPr>
              <a:defRPr lang="en-US"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p:nvPr userDrawn="1"/>
        </p:nvSpPr>
        <p:spPr>
          <a:xfrm>
            <a:off x="4562272" y="1"/>
            <a:ext cx="4572000" cy="4716780"/>
          </a:xfrm>
          <a:prstGeom prst="rect">
            <a:avLst/>
          </a:prstGeom>
          <a:solidFill>
            <a:schemeClr val="tx1">
              <a:lumMod val="10000"/>
              <a:lumOff val="90000"/>
            </a:schemeClr>
          </a:solid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1055971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Content - 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2504347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ull image">
    <p:spTree>
      <p:nvGrpSpPr>
        <p:cNvPr id="1" name=""/>
        <p:cNvGrpSpPr/>
        <p:nvPr/>
      </p:nvGrpSpPr>
      <p:grpSpPr>
        <a:xfrm>
          <a:off x="0" y="0"/>
          <a:ext cx="0" cy="0"/>
          <a:chOff x="0" y="0"/>
          <a:chExt cx="0" cy="0"/>
        </a:xfrm>
      </p:grpSpPr>
      <p:sp>
        <p:nvSpPr>
          <p:cNvPr id="5" name="Rectangle 4"/>
          <p:cNvSpPr/>
          <p:nvPr userDrawn="1"/>
        </p:nvSpPr>
        <p:spPr>
          <a:xfrm>
            <a:off x="0" y="709468"/>
            <a:ext cx="9144000" cy="4022385"/>
          </a:xfrm>
          <a:prstGeom prst="rect">
            <a:avLst/>
          </a:prstGeom>
          <a:solidFill>
            <a:schemeClr val="tx1">
              <a:lumMod val="10000"/>
              <a:lumOff val="90000"/>
            </a:schemeClr>
          </a:solid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Picture Placeholder 7"/>
          <p:cNvSpPr>
            <a:spLocks noGrp="1"/>
          </p:cNvSpPr>
          <p:nvPr>
            <p:ph type="pic" sz="quarter" idx="10"/>
          </p:nvPr>
        </p:nvSpPr>
        <p:spPr>
          <a:xfrm>
            <a:off x="252413" y="818866"/>
            <a:ext cx="8639175" cy="3789647"/>
          </a:xfrm>
        </p:spPr>
        <p:txBody>
          <a:bodyPr/>
          <a:lstStyle/>
          <a:p>
            <a:r>
              <a:rPr lang="en-US"/>
              <a:t>Click icon to add picture</a:t>
            </a:r>
            <a:endParaRPr lang="en-GB"/>
          </a:p>
        </p:txBody>
      </p:sp>
      <p:sp>
        <p:nvSpPr>
          <p:cNvPr id="2" name="Slide Number Placeholder 1"/>
          <p:cNvSpPr>
            <a:spLocks noGrp="1"/>
          </p:cNvSpPr>
          <p:nvPr>
            <p:ph type="sldNum" sz="quarter" idx="11"/>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2532173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ontent - 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1704017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ontent - really blank">
    <p:spTree>
      <p:nvGrpSpPr>
        <p:cNvPr id="1" name=""/>
        <p:cNvGrpSpPr/>
        <p:nvPr/>
      </p:nvGrpSpPr>
      <p:grpSpPr>
        <a:xfrm>
          <a:off x="0" y="0"/>
          <a:ext cx="0" cy="0"/>
          <a:chOff x="0" y="0"/>
          <a:chExt cx="0" cy="0"/>
        </a:xfrm>
      </p:grpSpPr>
      <p:sp>
        <p:nvSpPr>
          <p:cNvPr id="2" name="Rectangle 1"/>
          <p:cNvSpPr/>
          <p:nvPr userDrawn="1"/>
        </p:nvSpPr>
        <p:spPr>
          <a:xfrm>
            <a:off x="0" y="4735773"/>
            <a:ext cx="9144000" cy="407727"/>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40310382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Divider - green">
    <p:spTree>
      <p:nvGrpSpPr>
        <p:cNvPr id="1" name=""/>
        <p:cNvGrpSpPr/>
        <p:nvPr/>
      </p:nvGrpSpPr>
      <p:grpSpPr>
        <a:xfrm>
          <a:off x="0" y="0"/>
          <a:ext cx="0" cy="0"/>
          <a:chOff x="0" y="0"/>
          <a:chExt cx="0" cy="0"/>
        </a:xfrm>
      </p:grpSpPr>
      <p:sp>
        <p:nvSpPr>
          <p:cNvPr id="6" name="Rectangle 5"/>
          <p:cNvSpPr/>
          <p:nvPr userDrawn="1"/>
        </p:nvSpPr>
        <p:spPr>
          <a:xfrm>
            <a:off x="0" y="1728000"/>
            <a:ext cx="9144000" cy="3415500"/>
          </a:xfrm>
          <a:prstGeom prst="rect">
            <a:avLst/>
          </a:prstGeom>
          <a:solidFill>
            <a:srgbClr val="C4E9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52000" y="699739"/>
            <a:ext cx="8640000" cy="900487"/>
          </a:xfrm>
        </p:spPr>
        <p:txBody>
          <a:bodyPr/>
          <a:lstStyle/>
          <a:p>
            <a:r>
              <a:rPr lang="en-US"/>
              <a:t>Click to edit Master title style</a:t>
            </a:r>
          </a:p>
        </p:txBody>
      </p:sp>
      <p:sp>
        <p:nvSpPr>
          <p:cNvPr id="3" name="Content Placeholder 2"/>
          <p:cNvSpPr>
            <a:spLocks noGrp="1"/>
          </p:cNvSpPr>
          <p:nvPr>
            <p:ph idx="1" hasCustomPrompt="1"/>
          </p:nvPr>
        </p:nvSpPr>
        <p:spPr>
          <a:xfrm>
            <a:off x="252000" y="1975480"/>
            <a:ext cx="8640000" cy="2632520"/>
          </a:xfrm>
        </p:spPr>
        <p:txBody>
          <a:bodyPr/>
          <a:lstStyle>
            <a:lvl1pPr marL="0" indent="0">
              <a:buNone/>
              <a:defRPr baseline="0"/>
            </a:lvl1pPr>
            <a:lvl2pPr marL="342900" indent="0">
              <a:buNone/>
              <a:defRPr/>
            </a:lvl2pPr>
            <a:lvl3pPr marL="685800" indent="0">
              <a:buNone/>
              <a:defRPr/>
            </a:lvl3pPr>
            <a:lvl4pPr marL="1028700" indent="0">
              <a:buNone/>
              <a:defRPr/>
            </a:lvl4pPr>
            <a:lvl5pPr marL="1371600" indent="0">
              <a:buNone/>
              <a:defRPr/>
            </a:lvl5pPr>
          </a:lstStyle>
          <a:p>
            <a:pPr lvl="0"/>
            <a:r>
              <a:rPr lang="en-US"/>
              <a:t>Click to add subtitle</a:t>
            </a:r>
          </a:p>
        </p:txBody>
      </p:sp>
      <p:sp>
        <p:nvSpPr>
          <p:cNvPr id="7" name="Rectangle 6"/>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558874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Divider - grey">
    <p:spTree>
      <p:nvGrpSpPr>
        <p:cNvPr id="1" name=""/>
        <p:cNvGrpSpPr/>
        <p:nvPr/>
      </p:nvGrpSpPr>
      <p:grpSpPr>
        <a:xfrm>
          <a:off x="0" y="0"/>
          <a:ext cx="0" cy="0"/>
          <a:chOff x="0" y="0"/>
          <a:chExt cx="0" cy="0"/>
        </a:xfrm>
      </p:grpSpPr>
      <p:sp>
        <p:nvSpPr>
          <p:cNvPr id="6" name="Rectangle 5"/>
          <p:cNvSpPr/>
          <p:nvPr userDrawn="1"/>
        </p:nvSpPr>
        <p:spPr>
          <a:xfrm>
            <a:off x="0" y="1728000"/>
            <a:ext cx="9144000" cy="3415500"/>
          </a:xfrm>
          <a:prstGeom prst="rect">
            <a:avLst/>
          </a:prstGeom>
          <a:solidFill>
            <a:srgbClr val="BBBDB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52000" y="699740"/>
            <a:ext cx="8640000" cy="900000"/>
          </a:xfrm>
        </p:spPr>
        <p:txBody>
          <a:bodyPr/>
          <a:lstStyle/>
          <a:p>
            <a:r>
              <a:rPr lang="en-US"/>
              <a:t>Click to edit Master title style</a:t>
            </a:r>
          </a:p>
        </p:txBody>
      </p:sp>
      <p:sp>
        <p:nvSpPr>
          <p:cNvPr id="3" name="Content Placeholder 2"/>
          <p:cNvSpPr>
            <a:spLocks noGrp="1"/>
          </p:cNvSpPr>
          <p:nvPr>
            <p:ph idx="1" hasCustomPrompt="1"/>
          </p:nvPr>
        </p:nvSpPr>
        <p:spPr>
          <a:xfrm>
            <a:off x="252000" y="1976400"/>
            <a:ext cx="8640000" cy="2631600"/>
          </a:xfrm>
        </p:spPr>
        <p:txBody>
          <a:bodyPr/>
          <a:lstStyle>
            <a:lvl1pPr marL="0" indent="0">
              <a:buNone/>
              <a:defRPr baseline="0"/>
            </a:lvl1pPr>
            <a:lvl2pPr marL="342900" indent="0">
              <a:buNone/>
              <a:defRPr/>
            </a:lvl2pPr>
            <a:lvl3pPr marL="685800" indent="0">
              <a:buNone/>
              <a:defRPr/>
            </a:lvl3pPr>
            <a:lvl4pPr marL="1028700" indent="0">
              <a:buNone/>
              <a:defRPr/>
            </a:lvl4pPr>
            <a:lvl5pPr marL="1371600" indent="0">
              <a:buNone/>
              <a:defRPr/>
            </a:lvl5pPr>
          </a:lstStyle>
          <a:p>
            <a:pPr lvl="0"/>
            <a:r>
              <a:rPr lang="en-US"/>
              <a:t>Click to add subtitle</a:t>
            </a:r>
          </a:p>
        </p:txBody>
      </p:sp>
      <p:sp>
        <p:nvSpPr>
          <p:cNvPr id="7" name="Rectangle 6"/>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1461375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Divider - blue">
    <p:spTree>
      <p:nvGrpSpPr>
        <p:cNvPr id="1" name=""/>
        <p:cNvGrpSpPr/>
        <p:nvPr/>
      </p:nvGrpSpPr>
      <p:grpSpPr>
        <a:xfrm>
          <a:off x="0" y="0"/>
          <a:ext cx="0" cy="0"/>
          <a:chOff x="0" y="0"/>
          <a:chExt cx="0" cy="0"/>
        </a:xfrm>
      </p:grpSpPr>
      <p:sp>
        <p:nvSpPr>
          <p:cNvPr id="6" name="Rectangle 5"/>
          <p:cNvSpPr/>
          <p:nvPr userDrawn="1"/>
        </p:nvSpPr>
        <p:spPr>
          <a:xfrm>
            <a:off x="0" y="1728000"/>
            <a:ext cx="9144000" cy="3415500"/>
          </a:xfrm>
          <a:prstGeom prst="rect">
            <a:avLst/>
          </a:prstGeom>
          <a:solidFill>
            <a:srgbClr val="359BC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52000" y="699740"/>
            <a:ext cx="8640000" cy="900000"/>
          </a:xfrm>
        </p:spPr>
        <p:txBody>
          <a:bodyPr/>
          <a:lstStyle/>
          <a:p>
            <a:r>
              <a:rPr lang="en-US"/>
              <a:t>Click to edit Master title style</a:t>
            </a:r>
          </a:p>
        </p:txBody>
      </p:sp>
      <p:sp>
        <p:nvSpPr>
          <p:cNvPr id="3" name="Content Placeholder 2"/>
          <p:cNvSpPr>
            <a:spLocks noGrp="1"/>
          </p:cNvSpPr>
          <p:nvPr>
            <p:ph idx="1" hasCustomPrompt="1"/>
          </p:nvPr>
        </p:nvSpPr>
        <p:spPr>
          <a:xfrm>
            <a:off x="252000" y="1976400"/>
            <a:ext cx="8640000" cy="2631600"/>
          </a:xfrm>
        </p:spPr>
        <p:txBody>
          <a:bodyPr/>
          <a:lstStyle>
            <a:lvl1pPr marL="0" indent="0">
              <a:buNone/>
              <a:defRPr baseline="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add subtitle</a:t>
            </a:r>
          </a:p>
        </p:txBody>
      </p:sp>
      <p:sp>
        <p:nvSpPr>
          <p:cNvPr id="7" name="Rectangle 6"/>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bg2"/>
                </a:solidFill>
              </a:rPr>
              <a:t>	</a:t>
            </a:r>
            <a:endParaRPr lang="en-GB" sz="800">
              <a:solidFill>
                <a:schemeClr val="bg2"/>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355211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Divider - red">
    <p:spTree>
      <p:nvGrpSpPr>
        <p:cNvPr id="1" name=""/>
        <p:cNvGrpSpPr/>
        <p:nvPr/>
      </p:nvGrpSpPr>
      <p:grpSpPr>
        <a:xfrm>
          <a:off x="0" y="0"/>
          <a:ext cx="0" cy="0"/>
          <a:chOff x="0" y="0"/>
          <a:chExt cx="0" cy="0"/>
        </a:xfrm>
      </p:grpSpPr>
      <p:sp>
        <p:nvSpPr>
          <p:cNvPr id="6" name="Rectangle 5"/>
          <p:cNvSpPr/>
          <p:nvPr userDrawn="1"/>
        </p:nvSpPr>
        <p:spPr>
          <a:xfrm>
            <a:off x="0" y="1728000"/>
            <a:ext cx="9144000" cy="3415500"/>
          </a:xfrm>
          <a:prstGeom prst="rect">
            <a:avLst/>
          </a:prstGeom>
          <a:solidFill>
            <a:srgbClr val="E4745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52000" y="699740"/>
            <a:ext cx="8640000" cy="900000"/>
          </a:xfrm>
        </p:spPr>
        <p:txBody>
          <a:bodyPr/>
          <a:lstStyle/>
          <a:p>
            <a:r>
              <a:rPr lang="en-US"/>
              <a:t>Click to edit Master title style</a:t>
            </a:r>
          </a:p>
        </p:txBody>
      </p:sp>
      <p:sp>
        <p:nvSpPr>
          <p:cNvPr id="3" name="Content Placeholder 2"/>
          <p:cNvSpPr>
            <a:spLocks noGrp="1"/>
          </p:cNvSpPr>
          <p:nvPr>
            <p:ph idx="1" hasCustomPrompt="1"/>
          </p:nvPr>
        </p:nvSpPr>
        <p:spPr>
          <a:xfrm>
            <a:off x="252000" y="1976400"/>
            <a:ext cx="8640000" cy="2631600"/>
          </a:xfrm>
        </p:spPr>
        <p:txBody>
          <a:bodyPr/>
          <a:lstStyle>
            <a:lvl1pPr marL="0" indent="0">
              <a:buNone/>
              <a:defRPr baseline="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add subtitle</a:t>
            </a:r>
          </a:p>
        </p:txBody>
      </p:sp>
      <p:sp>
        <p:nvSpPr>
          <p:cNvPr id="7" name="Rectangle 6"/>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3109154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Divider - teal">
    <p:spTree>
      <p:nvGrpSpPr>
        <p:cNvPr id="1" name=""/>
        <p:cNvGrpSpPr/>
        <p:nvPr/>
      </p:nvGrpSpPr>
      <p:grpSpPr>
        <a:xfrm>
          <a:off x="0" y="0"/>
          <a:ext cx="0" cy="0"/>
          <a:chOff x="0" y="0"/>
          <a:chExt cx="0" cy="0"/>
        </a:xfrm>
      </p:grpSpPr>
      <p:sp>
        <p:nvSpPr>
          <p:cNvPr id="6" name="Rectangle 5"/>
          <p:cNvSpPr/>
          <p:nvPr userDrawn="1"/>
        </p:nvSpPr>
        <p:spPr>
          <a:xfrm>
            <a:off x="0" y="1728000"/>
            <a:ext cx="9144000" cy="3415500"/>
          </a:xfrm>
          <a:prstGeom prst="rect">
            <a:avLst/>
          </a:prstGeom>
          <a:solidFill>
            <a:srgbClr val="55C6B4"/>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52000" y="699740"/>
            <a:ext cx="8640000" cy="900000"/>
          </a:xfrm>
        </p:spPr>
        <p:txBody>
          <a:bodyPr/>
          <a:lstStyle/>
          <a:p>
            <a:r>
              <a:rPr lang="en-US"/>
              <a:t>Click to edit Master title style</a:t>
            </a:r>
          </a:p>
        </p:txBody>
      </p:sp>
      <p:sp>
        <p:nvSpPr>
          <p:cNvPr id="3" name="Content Placeholder 2"/>
          <p:cNvSpPr>
            <a:spLocks noGrp="1"/>
          </p:cNvSpPr>
          <p:nvPr>
            <p:ph idx="1" hasCustomPrompt="1"/>
          </p:nvPr>
        </p:nvSpPr>
        <p:spPr>
          <a:xfrm>
            <a:off x="252000" y="1976400"/>
            <a:ext cx="8640000" cy="2631600"/>
          </a:xfrm>
        </p:spPr>
        <p:txBody>
          <a:bodyPr/>
          <a:lstStyle>
            <a:lvl1pPr marL="0" indent="0">
              <a:buNone/>
              <a:defRPr baseline="0"/>
            </a:lvl1pPr>
            <a:lvl2pPr marL="342900" indent="0">
              <a:buNone/>
              <a:defRPr/>
            </a:lvl2pPr>
            <a:lvl3pPr marL="685800" indent="0">
              <a:buNone/>
              <a:defRPr/>
            </a:lvl3pPr>
            <a:lvl4pPr marL="1028700" indent="0">
              <a:buNone/>
              <a:defRPr/>
            </a:lvl4pPr>
            <a:lvl5pPr marL="1371600" indent="0">
              <a:buNone/>
              <a:defRPr/>
            </a:lvl5pPr>
          </a:lstStyle>
          <a:p>
            <a:pPr lvl="0"/>
            <a:r>
              <a:rPr lang="en-US"/>
              <a:t>Click to add subtitle</a:t>
            </a:r>
          </a:p>
        </p:txBody>
      </p:sp>
      <p:sp>
        <p:nvSpPr>
          <p:cNvPr id="7" name="Rectangle 6"/>
          <p:cNvSpPr/>
          <p:nvPr userDrawn="1"/>
        </p:nvSpPr>
        <p:spPr>
          <a:xfrm>
            <a:off x="0" y="473577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10"/>
          </p:nvPr>
        </p:nvSpPr>
        <p:spPr/>
        <p:txBody>
          <a:bodyPr/>
          <a:lstStyle/>
          <a:p>
            <a:fld id="{E5F9FE41-C8F9-47EF-94C3-C489748B47D0}" type="slidenum">
              <a:rPr lang="en-GB" smtClean="0"/>
              <a:pPr/>
              <a:t>‹#›</a:t>
            </a:fld>
            <a:endParaRPr lang="en-GB"/>
          </a:p>
        </p:txBody>
      </p:sp>
    </p:spTree>
    <p:extLst>
      <p:ext uri="{BB962C8B-B14F-4D97-AF65-F5344CB8AC3E}">
        <p14:creationId xmlns:p14="http://schemas.microsoft.com/office/powerpoint/2010/main" val="3861333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estion Contact">
    <p:spTree>
      <p:nvGrpSpPr>
        <p:cNvPr id="1" name=""/>
        <p:cNvGrpSpPr/>
        <p:nvPr/>
      </p:nvGrpSpPr>
      <p:grpSpPr>
        <a:xfrm>
          <a:off x="0" y="0"/>
          <a:ext cx="0" cy="0"/>
          <a:chOff x="0" y="0"/>
          <a:chExt cx="0" cy="0"/>
        </a:xfrm>
      </p:grpSpPr>
      <p:sp>
        <p:nvSpPr>
          <p:cNvPr id="6" name="Rectangle 5"/>
          <p:cNvSpPr/>
          <p:nvPr userDrawn="1"/>
        </p:nvSpPr>
        <p:spPr>
          <a:xfrm>
            <a:off x="0" y="1822593"/>
            <a:ext cx="9144000" cy="3415500"/>
          </a:xfrm>
          <a:prstGeom prst="rect">
            <a:avLst/>
          </a:prstGeom>
          <a:solidFill>
            <a:srgbClr val="C4E9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GB" sz="2000"/>
          </a:p>
        </p:txBody>
      </p:sp>
      <p:sp>
        <p:nvSpPr>
          <p:cNvPr id="2" name="Title 1"/>
          <p:cNvSpPr>
            <a:spLocks noGrp="1"/>
          </p:cNvSpPr>
          <p:nvPr>
            <p:ph type="title" hasCustomPrompt="1"/>
          </p:nvPr>
        </p:nvSpPr>
        <p:spPr>
          <a:xfrm>
            <a:off x="252000" y="699739"/>
            <a:ext cx="8640000" cy="900487"/>
          </a:xfrm>
        </p:spPr>
        <p:txBody>
          <a:bodyPr/>
          <a:lstStyle>
            <a:lvl1pPr>
              <a:defRPr/>
            </a:lvl1pPr>
          </a:lstStyle>
          <a:p>
            <a:r>
              <a:rPr lang="en-US"/>
              <a:t>Questions?</a:t>
            </a:r>
          </a:p>
        </p:txBody>
      </p:sp>
      <p:sp>
        <p:nvSpPr>
          <p:cNvPr id="7" name="Rectangle 6"/>
          <p:cNvSpPr/>
          <p:nvPr userDrawn="1"/>
        </p:nvSpPr>
        <p:spPr>
          <a:xfrm>
            <a:off x="0" y="4827213"/>
            <a:ext cx="9144000"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www.metoffice.gov.uk	</a:t>
            </a:r>
            <a:endParaRPr lang="en-GB" sz="800">
              <a:solidFill>
                <a:schemeClr val="tx1"/>
              </a:solidFill>
            </a:endParaRPr>
          </a:p>
        </p:txBody>
      </p:sp>
      <p:sp>
        <p:nvSpPr>
          <p:cNvPr id="8" name="Rectangle 7"/>
          <p:cNvSpPr/>
          <p:nvPr userDrawn="1"/>
        </p:nvSpPr>
        <p:spPr>
          <a:xfrm>
            <a:off x="4217158" y="4827213"/>
            <a:ext cx="4926842" cy="407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r" defTabSz="450850">
              <a:tabLst/>
            </a:pPr>
            <a:r>
              <a:rPr lang="fr-BE" sz="800">
                <a:solidFill>
                  <a:schemeClr val="tx1"/>
                </a:solidFill>
              </a:rPr>
              <a:t>© Crown Copyright</a:t>
            </a:r>
            <a:r>
              <a:rPr lang="fr-BE" sz="800" baseline="0">
                <a:solidFill>
                  <a:schemeClr val="tx1"/>
                </a:solidFill>
              </a:rPr>
              <a:t> 2022, Met Office</a:t>
            </a:r>
            <a:endParaRPr lang="en-GB" sz="800">
              <a:solidFill>
                <a:schemeClr val="tx1"/>
              </a:solidFill>
            </a:endParaRPr>
          </a:p>
        </p:txBody>
      </p:sp>
      <p:sp>
        <p:nvSpPr>
          <p:cNvPr id="4" name="TextBox 3"/>
          <p:cNvSpPr txBox="1"/>
          <p:nvPr userDrawn="1"/>
        </p:nvSpPr>
        <p:spPr>
          <a:xfrm>
            <a:off x="246704" y="2004607"/>
            <a:ext cx="8640000" cy="338554"/>
          </a:xfrm>
          <a:prstGeom prst="rect">
            <a:avLst/>
          </a:prstGeom>
          <a:noFill/>
        </p:spPr>
        <p:txBody>
          <a:bodyPr wrap="square" rtlCol="0" anchor="ctr">
            <a:spAutoFit/>
          </a:bodyPr>
          <a:lstStyle/>
          <a:p>
            <a:r>
              <a:rPr lang="fr-BE" sz="1600"/>
              <a:t>For more information </a:t>
            </a:r>
            <a:r>
              <a:rPr lang="fr-BE" sz="1600" err="1"/>
              <a:t>please</a:t>
            </a:r>
            <a:r>
              <a:rPr lang="fr-BE" sz="1600"/>
              <a:t> contact</a:t>
            </a:r>
            <a:endParaRPr lang="en-GB" sz="1600"/>
          </a:p>
        </p:txBody>
      </p:sp>
      <p:sp>
        <p:nvSpPr>
          <p:cNvPr id="10" name="Text Placeholder 9"/>
          <p:cNvSpPr>
            <a:spLocks noGrp="1"/>
          </p:cNvSpPr>
          <p:nvPr>
            <p:ph type="body" sz="quarter" idx="10" hasCustomPrompt="1"/>
          </p:nvPr>
        </p:nvSpPr>
        <p:spPr>
          <a:xfrm>
            <a:off x="786704" y="3521016"/>
            <a:ext cx="8100000" cy="360000"/>
          </a:xfrm>
        </p:spPr>
        <p:txBody>
          <a:bodyPr anchor="ctr">
            <a:normAutofit/>
          </a:bodyPr>
          <a:lstStyle>
            <a:lvl1pPr marL="0" indent="0">
              <a:buNone/>
              <a:defRPr sz="1600" baseline="0"/>
            </a:lvl1pPr>
          </a:lstStyle>
          <a:p>
            <a:pPr lvl="0"/>
            <a:r>
              <a:rPr lang="en-US"/>
              <a:t>Insert phone number here</a:t>
            </a:r>
            <a:endParaRPr lang="en-GB"/>
          </a:p>
        </p:txBody>
      </p:sp>
      <p:sp>
        <p:nvSpPr>
          <p:cNvPr id="14" name="Text Placeholder 9"/>
          <p:cNvSpPr>
            <a:spLocks noGrp="1"/>
          </p:cNvSpPr>
          <p:nvPr>
            <p:ph type="body" sz="quarter" idx="11" hasCustomPrompt="1"/>
          </p:nvPr>
        </p:nvSpPr>
        <p:spPr>
          <a:xfrm>
            <a:off x="786704" y="3075837"/>
            <a:ext cx="8100000" cy="360000"/>
          </a:xfrm>
        </p:spPr>
        <p:txBody>
          <a:bodyPr anchor="ctr">
            <a:normAutofit/>
          </a:bodyPr>
          <a:lstStyle>
            <a:lvl1pPr marL="0" indent="0">
              <a:buNone/>
              <a:defRPr sz="1600"/>
            </a:lvl1pPr>
          </a:lstStyle>
          <a:p>
            <a:pPr lvl="0"/>
            <a:r>
              <a:rPr lang="en-US"/>
              <a:t>Insert e-mail here</a:t>
            </a:r>
            <a:endParaRPr lang="en-GB"/>
          </a:p>
        </p:txBody>
      </p:sp>
      <p:pic>
        <p:nvPicPr>
          <p:cNvPr id="18" name="web-icon.png"/>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9999" y="2617307"/>
            <a:ext cx="396000" cy="396000"/>
          </a:xfrm>
          <a:prstGeom prst="rect">
            <a:avLst/>
          </a:prstGeom>
          <a:ln w="12700">
            <a:miter lim="400000"/>
          </a:ln>
        </p:spPr>
      </p:pic>
      <p:sp>
        <p:nvSpPr>
          <p:cNvPr id="15" name="Text Placeholder 9">
            <a:extLst>
              <a:ext uri="{FF2B5EF4-FFF2-40B4-BE49-F238E27FC236}">
                <a16:creationId xmlns:a16="http://schemas.microsoft.com/office/drawing/2014/main" id="{DF812764-35C6-4759-8316-7323965CEE11}"/>
              </a:ext>
            </a:extLst>
          </p:cNvPr>
          <p:cNvSpPr>
            <a:spLocks noGrp="1"/>
          </p:cNvSpPr>
          <p:nvPr>
            <p:ph type="body" sz="quarter" idx="12" hasCustomPrompt="1"/>
          </p:nvPr>
        </p:nvSpPr>
        <p:spPr>
          <a:xfrm>
            <a:off x="786704" y="2627841"/>
            <a:ext cx="8100000" cy="360000"/>
          </a:xfrm>
        </p:spPr>
        <p:txBody>
          <a:bodyPr anchor="ctr">
            <a:normAutofit/>
          </a:bodyPr>
          <a:lstStyle>
            <a:lvl1pPr marL="0" indent="0">
              <a:buNone/>
              <a:defRPr sz="1600"/>
            </a:lvl1pPr>
          </a:lstStyle>
          <a:p>
            <a:pPr lvl="0"/>
            <a:r>
              <a:rPr lang="en-US"/>
              <a:t>www.metoffice.gov.uk</a:t>
            </a:r>
            <a:endParaRPr lang="en-GB"/>
          </a:p>
        </p:txBody>
      </p:sp>
      <p:pic>
        <p:nvPicPr>
          <p:cNvPr id="13" name="web-icon.png">
            <a:extLst>
              <a:ext uri="{FF2B5EF4-FFF2-40B4-BE49-F238E27FC236}">
                <a16:creationId xmlns:a16="http://schemas.microsoft.com/office/drawing/2014/main" id="{B472CB18-3C04-46E9-A4DC-7923E8BEB03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359999" y="3055686"/>
            <a:ext cx="396000" cy="396000"/>
          </a:xfrm>
          <a:prstGeom prst="rect">
            <a:avLst/>
          </a:prstGeom>
          <a:ln w="12700">
            <a:miter lim="400000"/>
          </a:ln>
        </p:spPr>
      </p:pic>
      <p:pic>
        <p:nvPicPr>
          <p:cNvPr id="19" name="web-icon.png">
            <a:extLst>
              <a:ext uri="{FF2B5EF4-FFF2-40B4-BE49-F238E27FC236}">
                <a16:creationId xmlns:a16="http://schemas.microsoft.com/office/drawing/2014/main" id="{33E1C480-D76C-4A08-A27B-EFA5CDC40AF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359999" y="3501642"/>
            <a:ext cx="396000" cy="396000"/>
          </a:xfrm>
          <a:prstGeom prst="rect">
            <a:avLst/>
          </a:prstGeom>
          <a:ln w="12700">
            <a:miter lim="400000"/>
          </a:ln>
        </p:spPr>
      </p:pic>
      <p:pic>
        <p:nvPicPr>
          <p:cNvPr id="20" name="web-icon.png">
            <a:extLst>
              <a:ext uri="{FF2B5EF4-FFF2-40B4-BE49-F238E27FC236}">
                <a16:creationId xmlns:a16="http://schemas.microsoft.com/office/drawing/2014/main" id="{D4C35C27-B01B-47C2-AAF1-3D38290F18FC}"/>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359999" y="3940021"/>
            <a:ext cx="396000" cy="396000"/>
          </a:xfrm>
          <a:prstGeom prst="rect">
            <a:avLst/>
          </a:prstGeom>
          <a:ln w="12700">
            <a:miter lim="400000"/>
          </a:ln>
        </p:spPr>
      </p:pic>
      <p:sp>
        <p:nvSpPr>
          <p:cNvPr id="21" name="Text Placeholder 9">
            <a:extLst>
              <a:ext uri="{FF2B5EF4-FFF2-40B4-BE49-F238E27FC236}">
                <a16:creationId xmlns:a16="http://schemas.microsoft.com/office/drawing/2014/main" id="{968136C3-37A7-4311-9705-49E0C1351CA2}"/>
              </a:ext>
            </a:extLst>
          </p:cNvPr>
          <p:cNvSpPr>
            <a:spLocks noGrp="1"/>
          </p:cNvSpPr>
          <p:nvPr>
            <p:ph type="body" sz="quarter" idx="13" hasCustomPrompt="1"/>
          </p:nvPr>
        </p:nvSpPr>
        <p:spPr>
          <a:xfrm>
            <a:off x="786704" y="3963995"/>
            <a:ext cx="8100000" cy="360000"/>
          </a:xfrm>
        </p:spPr>
        <p:txBody>
          <a:bodyPr anchor="ctr">
            <a:normAutofit/>
          </a:bodyPr>
          <a:lstStyle>
            <a:lvl1pPr marL="0" indent="0">
              <a:buNone/>
              <a:defRPr sz="1600" baseline="0"/>
            </a:lvl1pPr>
          </a:lstStyle>
          <a:p>
            <a:pPr lvl="0"/>
            <a:r>
              <a:rPr lang="en-US"/>
              <a:t>Insert social media handle</a:t>
            </a:r>
            <a:endParaRPr lang="en-GB"/>
          </a:p>
        </p:txBody>
      </p:sp>
    </p:spTree>
    <p:extLst>
      <p:ext uri="{BB962C8B-B14F-4D97-AF65-F5344CB8AC3E}">
        <p14:creationId xmlns:p14="http://schemas.microsoft.com/office/powerpoint/2010/main" val="720251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000" y="699740"/>
            <a:ext cx="8640000" cy="5760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252000" y="1548000"/>
            <a:ext cx="8640000" cy="306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O_MASTER_black_mono_for_light_backg_RBG.png"/>
          <p:cNvPicPr>
            <a:picLocks noChangeAspect="1"/>
          </p:cNvPicPr>
          <p:nvPr userDrawn="1"/>
        </p:nvPicPr>
        <p:blipFill>
          <a:blip r:embed="rId24" cstate="print"/>
          <a:stretch>
            <a:fillRect/>
          </a:stretch>
        </p:blipFill>
        <p:spPr>
          <a:xfrm>
            <a:off x="183946" y="54592"/>
            <a:ext cx="1802343" cy="565200"/>
          </a:xfrm>
          <a:prstGeom prst="rect">
            <a:avLst/>
          </a:prstGeom>
          <a:ln w="12700">
            <a:miter lim="400000"/>
          </a:ln>
        </p:spPr>
      </p:pic>
      <p:sp>
        <p:nvSpPr>
          <p:cNvPr id="9" name="Rectangle 8"/>
          <p:cNvSpPr/>
          <p:nvPr userDrawn="1"/>
        </p:nvSpPr>
        <p:spPr>
          <a:xfrm>
            <a:off x="0" y="4735773"/>
            <a:ext cx="9144000" cy="407727"/>
          </a:xfrm>
          <a:prstGeom prst="rect">
            <a:avLst/>
          </a:prstGeom>
          <a:solidFill>
            <a:srgbClr val="C4E9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l" defTabSz="450850">
              <a:tabLst/>
            </a:pPr>
            <a:r>
              <a:rPr lang="fr-BE" sz="800">
                <a:solidFill>
                  <a:schemeClr val="tx1"/>
                </a:solidFill>
              </a:rPr>
              <a:t>	</a:t>
            </a:r>
            <a:endParaRPr lang="en-GB" sz="800">
              <a:solidFill>
                <a:schemeClr val="tx1"/>
              </a:solidFill>
            </a:endParaRPr>
          </a:p>
        </p:txBody>
      </p:sp>
      <p:sp>
        <p:nvSpPr>
          <p:cNvPr id="4" name="Slide Number Placeholder 3"/>
          <p:cNvSpPr>
            <a:spLocks noGrp="1"/>
          </p:cNvSpPr>
          <p:nvPr>
            <p:ph type="sldNum" sz="quarter" idx="4"/>
          </p:nvPr>
        </p:nvSpPr>
        <p:spPr>
          <a:xfrm>
            <a:off x="3851910" y="4802317"/>
            <a:ext cx="1436370" cy="274637"/>
          </a:xfrm>
          <a:prstGeom prst="rect">
            <a:avLst/>
          </a:prstGeom>
        </p:spPr>
        <p:txBody>
          <a:bodyPr vert="horz" lIns="91440" tIns="45720" rIns="91440" bIns="45720" rtlCol="0" anchor="ctr"/>
          <a:lstStyle>
            <a:lvl1pPr algn="ctr">
              <a:defRPr sz="1200">
                <a:solidFill>
                  <a:schemeClr val="tx1"/>
                </a:solidFill>
              </a:defRPr>
            </a:lvl1pPr>
          </a:lstStyle>
          <a:p>
            <a:fld id="{E5F9FE41-C8F9-47EF-94C3-C489748B47D0}" type="slidenum">
              <a:rPr lang="en-GB" smtClean="0"/>
              <a:pPr/>
              <a:t>‹#›</a:t>
            </a:fld>
            <a:endParaRPr lang="en-GB"/>
          </a:p>
        </p:txBody>
      </p:sp>
      <p:pic>
        <p:nvPicPr>
          <p:cNvPr id="5" name="Picture 2" descr="Welcome to ESMValTool's documentation! — ESMValTool  2.10.0.dev0+g35c4fcfdc.d20230706 documentation">
            <a:extLst>
              <a:ext uri="{FF2B5EF4-FFF2-40B4-BE49-F238E27FC236}">
                <a16:creationId xmlns:a16="http://schemas.microsoft.com/office/drawing/2014/main" id="{30E9E63B-810A-4544-561F-09263D7392BE}"/>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2060792" y="130759"/>
            <a:ext cx="1448647" cy="412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655942"/>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59" r:id="rId3"/>
    <p:sldLayoutId id="2147483681" r:id="rId4"/>
    <p:sldLayoutId id="2147483684" r:id="rId5"/>
    <p:sldLayoutId id="2147483682" r:id="rId6"/>
    <p:sldLayoutId id="2147483685" r:id="rId7"/>
    <p:sldLayoutId id="2147483660" r:id="rId8"/>
    <p:sldLayoutId id="2147483662" r:id="rId9"/>
    <p:sldLayoutId id="2147483670" r:id="rId10"/>
    <p:sldLayoutId id="2147483669" r:id="rId11"/>
    <p:sldLayoutId id="2147483668" r:id="rId12"/>
    <p:sldLayoutId id="2147483664" r:id="rId13"/>
    <p:sldLayoutId id="2147483671" r:id="rId14"/>
    <p:sldLayoutId id="2147483665" r:id="rId15"/>
    <p:sldLayoutId id="2147483677" r:id="rId16"/>
    <p:sldLayoutId id="2147483672" r:id="rId17"/>
    <p:sldLayoutId id="2147483676" r:id="rId18"/>
    <p:sldLayoutId id="2147483674" r:id="rId19"/>
    <p:sldLayoutId id="2147483675" r:id="rId20"/>
    <p:sldLayoutId id="2147483673" r:id="rId21"/>
    <p:sldLayoutId id="2147483683" r:id="rId22"/>
  </p:sldLayoutIdLst>
  <p:hf sldNum="0" hdr="0" ftr="0" dt="0"/>
  <p:txStyles>
    <p:titleStyle>
      <a:lvl1pPr algn="l" defTabSz="6858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hyperlink" Target="https://diataxis.fr/"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hyperlink" Target="https://diataxis.fr/"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diataxis.fr/"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hyperlink" Target="https://diataxis.fr/ma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iataxis.fr/how-to-use-diataxis/"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diataxis.fr/how-to-use-diataxis/"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hyperlink" Target="https://docs.esmvaltool.org/en/latest/community/release_strategy/release_strategy.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canonical-example-product-documentation.readthedocs-hosted.com/en/latest/"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1E6D4B-47D8-49C0-9204-70D4C19F5D20}"/>
              </a:ext>
            </a:extLst>
          </p:cNvPr>
          <p:cNvSpPr>
            <a:spLocks noGrp="1"/>
          </p:cNvSpPr>
          <p:nvPr>
            <p:ph type="ctrTitle"/>
          </p:nvPr>
        </p:nvSpPr>
        <p:spPr>
          <a:xfrm>
            <a:off x="252000" y="698399"/>
            <a:ext cx="4036465" cy="1492067"/>
          </a:xfrm>
        </p:spPr>
        <p:txBody>
          <a:bodyPr>
            <a:normAutofit/>
          </a:bodyPr>
          <a:lstStyle/>
          <a:p>
            <a:r>
              <a:rPr lang="en-GB" dirty="0" err="1"/>
              <a:t>Diátaxis</a:t>
            </a:r>
            <a:r>
              <a:rPr lang="en-GB" dirty="0"/>
              <a:t> and documentation responsibilities</a:t>
            </a:r>
            <a:endParaRPr lang="en-GB" dirty="0">
              <a:cs typeface="Arial"/>
            </a:endParaRPr>
          </a:p>
        </p:txBody>
      </p:sp>
      <p:sp>
        <p:nvSpPr>
          <p:cNvPr id="5" name="Subtitle 4">
            <a:extLst>
              <a:ext uri="{FF2B5EF4-FFF2-40B4-BE49-F238E27FC236}">
                <a16:creationId xmlns:a16="http://schemas.microsoft.com/office/drawing/2014/main" id="{3BA0585E-1C6C-4744-ADDD-352E68686D25}"/>
              </a:ext>
            </a:extLst>
          </p:cNvPr>
          <p:cNvSpPr>
            <a:spLocks noGrp="1"/>
          </p:cNvSpPr>
          <p:nvPr>
            <p:ph type="subTitle" idx="1"/>
          </p:nvPr>
        </p:nvSpPr>
        <p:spPr>
          <a:xfrm>
            <a:off x="252000" y="2743972"/>
            <a:ext cx="4333648" cy="1492067"/>
          </a:xfrm>
        </p:spPr>
        <p:txBody>
          <a:bodyPr vert="horz" lIns="91440" tIns="45720" rIns="91440" bIns="45720" rtlCol="0" anchor="t">
            <a:normAutofit/>
          </a:bodyPr>
          <a:lstStyle/>
          <a:p>
            <a:r>
              <a:rPr lang="en-GB" dirty="0"/>
              <a:t>Emma Hogan</a:t>
            </a:r>
          </a:p>
          <a:p>
            <a:r>
              <a:rPr lang="en-GB" dirty="0"/>
              <a:t>ESMValTool Workshop</a:t>
            </a:r>
            <a:endParaRPr lang="en-GB" dirty="0">
              <a:cs typeface="Arial"/>
            </a:endParaRPr>
          </a:p>
          <a:p>
            <a:r>
              <a:rPr lang="en-GB" dirty="0"/>
              <a:t>Tuesday, November 18, 2025</a:t>
            </a:r>
            <a:endParaRPr lang="en-GB" dirty="0">
              <a:cs typeface="Arial"/>
            </a:endParaRPr>
          </a:p>
          <a:p>
            <a:r>
              <a:rPr lang="en-GB" dirty="0"/>
              <a:t>09:45 - 10:30 CET</a:t>
            </a:r>
          </a:p>
        </p:txBody>
      </p:sp>
    </p:spTree>
    <p:extLst>
      <p:ext uri="{BB962C8B-B14F-4D97-AF65-F5344CB8AC3E}">
        <p14:creationId xmlns:p14="http://schemas.microsoft.com/office/powerpoint/2010/main" val="99780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C77BE3-BF2F-3B83-C6F3-0F6F1374E736}"/>
              </a:ext>
            </a:extLst>
          </p:cNvPr>
          <p:cNvSpPr>
            <a:spLocks noGrp="1"/>
          </p:cNvSpPr>
          <p:nvPr>
            <p:ph idx="1"/>
          </p:nvPr>
        </p:nvSpPr>
        <p:spPr/>
        <p:txBody>
          <a:bodyPr/>
          <a:lstStyle/>
          <a:p>
            <a:r>
              <a:rPr lang="en-GB" dirty="0"/>
              <a:t>🤷 What is </a:t>
            </a:r>
            <a:r>
              <a:rPr lang="en-GB" dirty="0" err="1"/>
              <a:t>Diátaxis</a:t>
            </a:r>
            <a:r>
              <a:rPr lang="en-GB" dirty="0"/>
              <a:t>? [5 minutes]</a:t>
            </a:r>
          </a:p>
          <a:p>
            <a:r>
              <a:rPr lang="en-GB" dirty="0"/>
              <a:t>☑️How to use </a:t>
            </a:r>
            <a:r>
              <a:rPr lang="en-GB" dirty="0" err="1"/>
              <a:t>Diátaxis</a:t>
            </a:r>
            <a:r>
              <a:rPr lang="en-GB" dirty="0"/>
              <a:t> [5 minutes]</a:t>
            </a:r>
          </a:p>
          <a:p>
            <a:r>
              <a:rPr lang="en-GB" dirty="0"/>
              <a:t>📃Case Study: Release documentation [5 minutes]</a:t>
            </a:r>
          </a:p>
          <a:p>
            <a:r>
              <a:rPr lang="en-GB" dirty="0"/>
              <a:t>📝Plan for the coding sessions [5 minutes]</a:t>
            </a:r>
          </a:p>
          <a:p>
            <a:r>
              <a:rPr lang="en-GB" dirty="0"/>
              <a:t>🗣️Discussion: Documentation responsibilities [15 minutes]</a:t>
            </a:r>
          </a:p>
          <a:p>
            <a:r>
              <a:rPr lang="en-GB" dirty="0"/>
              <a:t>📋Summary [5 minutes]</a:t>
            </a:r>
          </a:p>
          <a:p>
            <a:r>
              <a:rPr lang="en-GB" dirty="0"/>
              <a:t>❓Questions [5 minutes]</a:t>
            </a:r>
          </a:p>
        </p:txBody>
      </p:sp>
      <p:sp>
        <p:nvSpPr>
          <p:cNvPr id="3" name="Title 2">
            <a:extLst>
              <a:ext uri="{FF2B5EF4-FFF2-40B4-BE49-F238E27FC236}">
                <a16:creationId xmlns:a16="http://schemas.microsoft.com/office/drawing/2014/main" id="{2DED0D29-BEBF-4B15-FEB8-89469630EAAE}"/>
              </a:ext>
            </a:extLst>
          </p:cNvPr>
          <p:cNvSpPr>
            <a:spLocks noGrp="1"/>
          </p:cNvSpPr>
          <p:nvPr>
            <p:ph type="title"/>
          </p:nvPr>
        </p:nvSpPr>
        <p:spPr/>
        <p:txBody>
          <a:bodyPr/>
          <a:lstStyle/>
          <a:p>
            <a:r>
              <a:rPr lang="en-GB" dirty="0"/>
              <a:t>Overview</a:t>
            </a:r>
          </a:p>
        </p:txBody>
      </p:sp>
    </p:spTree>
    <p:extLst>
      <p:ext uri="{BB962C8B-B14F-4D97-AF65-F5344CB8AC3E}">
        <p14:creationId xmlns:p14="http://schemas.microsoft.com/office/powerpoint/2010/main" val="27821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3264C1-B1E5-15C2-76B0-3806483AC4BD}"/>
              </a:ext>
            </a:extLst>
          </p:cNvPr>
          <p:cNvSpPr>
            <a:spLocks noGrp="1"/>
          </p:cNvSpPr>
          <p:nvPr>
            <p:ph idx="1"/>
          </p:nvPr>
        </p:nvSpPr>
        <p:spPr>
          <a:xfrm>
            <a:off x="252000" y="1631250"/>
            <a:ext cx="8640000" cy="1881000"/>
          </a:xfrm>
        </p:spPr>
        <p:txBody>
          <a:bodyPr/>
          <a:lstStyle/>
          <a:p>
            <a:pPr marL="0" indent="0" algn="ctr">
              <a:buNone/>
            </a:pPr>
            <a:r>
              <a:rPr lang="en-GB" sz="4000" dirty="0" err="1"/>
              <a:t>Diátaxis</a:t>
            </a:r>
            <a:r>
              <a:rPr lang="en-GB" sz="4000" dirty="0"/>
              <a:t> is a systematic approach to writing technical documentation by understanding the needs of the users</a:t>
            </a:r>
          </a:p>
          <a:p>
            <a:endParaRPr lang="en-GB" dirty="0"/>
          </a:p>
        </p:txBody>
      </p:sp>
      <p:sp>
        <p:nvSpPr>
          <p:cNvPr id="3" name="Title 2">
            <a:extLst>
              <a:ext uri="{FF2B5EF4-FFF2-40B4-BE49-F238E27FC236}">
                <a16:creationId xmlns:a16="http://schemas.microsoft.com/office/drawing/2014/main" id="{E13AF80E-1969-7F88-89AF-C7E792591328}"/>
              </a:ext>
            </a:extLst>
          </p:cNvPr>
          <p:cNvSpPr>
            <a:spLocks noGrp="1"/>
          </p:cNvSpPr>
          <p:nvPr>
            <p:ph type="title"/>
          </p:nvPr>
        </p:nvSpPr>
        <p:spPr/>
        <p:txBody>
          <a:bodyPr/>
          <a:lstStyle/>
          <a:p>
            <a:r>
              <a:rPr lang="en-GB" dirty="0"/>
              <a:t>🤷</a:t>
            </a:r>
            <a:r>
              <a:rPr lang="en-GB" dirty="0">
                <a:cs typeface="Arial"/>
              </a:rPr>
              <a:t>What is </a:t>
            </a:r>
            <a:r>
              <a:rPr lang="en-GB" dirty="0" err="1"/>
              <a:t>Diátaxis</a:t>
            </a:r>
            <a:r>
              <a:rPr lang="en-GB" dirty="0"/>
              <a:t>?</a:t>
            </a:r>
          </a:p>
        </p:txBody>
      </p:sp>
      <p:sp>
        <p:nvSpPr>
          <p:cNvPr id="5" name="TextBox 4">
            <a:extLst>
              <a:ext uri="{FF2B5EF4-FFF2-40B4-BE49-F238E27FC236}">
                <a16:creationId xmlns:a16="http://schemas.microsoft.com/office/drawing/2014/main" id="{8324066F-495A-356A-700F-55BCAB8CB451}"/>
              </a:ext>
            </a:extLst>
          </p:cNvPr>
          <p:cNvSpPr txBox="1"/>
          <p:nvPr/>
        </p:nvSpPr>
        <p:spPr>
          <a:xfrm>
            <a:off x="7061200" y="4757234"/>
            <a:ext cx="2065866" cy="369332"/>
          </a:xfrm>
          <a:prstGeom prst="rect">
            <a:avLst/>
          </a:prstGeom>
          <a:noFill/>
        </p:spPr>
        <p:txBody>
          <a:bodyPr wrap="square">
            <a:spAutoFit/>
          </a:bodyPr>
          <a:lstStyle/>
          <a:p>
            <a:pPr algn="r"/>
            <a:r>
              <a:rPr lang="en-GB" dirty="0">
                <a:hlinkClick r:id="rId2"/>
              </a:rPr>
              <a:t>https://diataxis.fr</a:t>
            </a:r>
            <a:endParaRPr lang="en-GB" dirty="0"/>
          </a:p>
        </p:txBody>
      </p:sp>
    </p:spTree>
    <p:extLst>
      <p:ext uri="{BB962C8B-B14F-4D97-AF65-F5344CB8AC3E}">
        <p14:creationId xmlns:p14="http://schemas.microsoft.com/office/powerpoint/2010/main" val="262322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93C1-1996-B212-9D8F-9017F0F34C97}"/>
            </a:ext>
          </a:extLst>
        </p:cNvPr>
        <p:cNvGrpSpPr/>
        <p:nvPr/>
      </p:nvGrpSpPr>
      <p:grpSpPr>
        <a:xfrm>
          <a:off x="0" y="0"/>
          <a:ext cx="0" cy="0"/>
          <a:chOff x="0" y="0"/>
          <a:chExt cx="0" cy="0"/>
        </a:xfrm>
      </p:grpSpPr>
      <p:pic>
        <p:nvPicPr>
          <p:cNvPr id="4" name="Content Placeholder 4" descr="A white background with black and orange text&#10;&#10;AI-generated content may be incorrect.">
            <a:extLst>
              <a:ext uri="{FF2B5EF4-FFF2-40B4-BE49-F238E27FC236}">
                <a16:creationId xmlns:a16="http://schemas.microsoft.com/office/drawing/2014/main" id="{AE9A53C7-F7D8-48FA-E416-9AB879FE91D4}"/>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2730639" y="663750"/>
            <a:ext cx="6339621" cy="3816000"/>
          </a:xfrm>
          <a:prstGeom prst="rect">
            <a:avLst/>
          </a:prstGeom>
        </p:spPr>
      </p:pic>
      <p:sp>
        <p:nvSpPr>
          <p:cNvPr id="9" name="TextBox 8">
            <a:extLst>
              <a:ext uri="{FF2B5EF4-FFF2-40B4-BE49-F238E27FC236}">
                <a16:creationId xmlns:a16="http://schemas.microsoft.com/office/drawing/2014/main" id="{CD509243-519D-90D5-E072-80965E6434FB}"/>
              </a:ext>
            </a:extLst>
          </p:cNvPr>
          <p:cNvSpPr txBox="1"/>
          <p:nvPr/>
        </p:nvSpPr>
        <p:spPr>
          <a:xfrm>
            <a:off x="4032000" y="1980268"/>
            <a:ext cx="1231200" cy="288000"/>
          </a:xfrm>
          <a:prstGeom prst="rect">
            <a:avLst/>
          </a:prstGeom>
          <a:solidFill>
            <a:srgbClr val="9999FF">
              <a:alpha val="50000"/>
            </a:srgbClr>
          </a:solidFill>
        </p:spPr>
        <p:txBody>
          <a:bodyPr wrap="square" rtlCol="0">
            <a:spAutoFit/>
          </a:bodyPr>
          <a:lstStyle/>
          <a:p>
            <a:endParaRPr lang="en-GB" dirty="0"/>
          </a:p>
        </p:txBody>
      </p:sp>
      <p:sp>
        <p:nvSpPr>
          <p:cNvPr id="2" name="Content Placeholder 1">
            <a:extLst>
              <a:ext uri="{FF2B5EF4-FFF2-40B4-BE49-F238E27FC236}">
                <a16:creationId xmlns:a16="http://schemas.microsoft.com/office/drawing/2014/main" id="{7784B311-70EC-1F52-B202-F400BAB1409E}"/>
              </a:ext>
            </a:extLst>
          </p:cNvPr>
          <p:cNvSpPr>
            <a:spLocks noGrp="1"/>
          </p:cNvSpPr>
          <p:nvPr>
            <p:ph idx="1"/>
          </p:nvPr>
        </p:nvSpPr>
        <p:spPr>
          <a:xfrm>
            <a:off x="324522" y="1548000"/>
            <a:ext cx="2317877" cy="3060000"/>
          </a:xfrm>
        </p:spPr>
        <p:txBody>
          <a:bodyPr/>
          <a:lstStyle/>
          <a:p>
            <a:pPr marL="0" indent="0">
              <a:buNone/>
            </a:pPr>
            <a:r>
              <a:rPr lang="en-GB" dirty="0" err="1"/>
              <a:t>Diátaxis</a:t>
            </a:r>
            <a:r>
              <a:rPr lang="en-GB" dirty="0"/>
              <a:t> identifies</a:t>
            </a:r>
          </a:p>
          <a:p>
            <a:pPr marL="0" indent="0">
              <a:buNone/>
            </a:pPr>
            <a:endParaRPr lang="en-GB" dirty="0"/>
          </a:p>
          <a:p>
            <a:pPr marL="0" indent="0">
              <a:buNone/>
            </a:pPr>
            <a:r>
              <a:rPr lang="en-GB" dirty="0"/>
              <a:t>and</a:t>
            </a:r>
          </a:p>
          <a:p>
            <a:pPr marL="0" indent="0">
              <a:buNone/>
            </a:pPr>
            <a:endParaRPr lang="en-GB" dirty="0"/>
          </a:p>
        </p:txBody>
      </p:sp>
      <p:sp>
        <p:nvSpPr>
          <p:cNvPr id="3" name="Title 2">
            <a:extLst>
              <a:ext uri="{FF2B5EF4-FFF2-40B4-BE49-F238E27FC236}">
                <a16:creationId xmlns:a16="http://schemas.microsoft.com/office/drawing/2014/main" id="{7202F3AF-9FE2-88A1-C50D-505A14B9081A}"/>
              </a:ext>
            </a:extLst>
          </p:cNvPr>
          <p:cNvSpPr>
            <a:spLocks noGrp="1"/>
          </p:cNvSpPr>
          <p:nvPr>
            <p:ph type="title"/>
          </p:nvPr>
        </p:nvSpPr>
        <p:spPr/>
        <p:txBody>
          <a:bodyPr/>
          <a:lstStyle/>
          <a:p>
            <a:r>
              <a:rPr lang="en-GB" dirty="0"/>
              <a:t>🤷</a:t>
            </a:r>
            <a:r>
              <a:rPr lang="en-GB" dirty="0">
                <a:cs typeface="Arial"/>
              </a:rPr>
              <a:t>What is </a:t>
            </a:r>
            <a:r>
              <a:rPr lang="en-GB" dirty="0" err="1"/>
              <a:t>Diátaxis</a:t>
            </a:r>
            <a:r>
              <a:rPr lang="en-GB" dirty="0"/>
              <a:t>?</a:t>
            </a:r>
          </a:p>
        </p:txBody>
      </p:sp>
      <p:sp>
        <p:nvSpPr>
          <p:cNvPr id="7" name="Content Placeholder 1">
            <a:extLst>
              <a:ext uri="{FF2B5EF4-FFF2-40B4-BE49-F238E27FC236}">
                <a16:creationId xmlns:a16="http://schemas.microsoft.com/office/drawing/2014/main" id="{AAE4D975-577D-8C42-8BC8-2148FD72C818}"/>
              </a:ext>
            </a:extLst>
          </p:cNvPr>
          <p:cNvSpPr txBox="1">
            <a:spLocks/>
          </p:cNvSpPr>
          <p:nvPr/>
        </p:nvSpPr>
        <p:spPr>
          <a:xfrm>
            <a:off x="324522" y="2683200"/>
            <a:ext cx="2317877" cy="936000"/>
          </a:xfrm>
          <a:prstGeom prst="rect">
            <a:avLst/>
          </a:prstGeom>
          <a:solidFill>
            <a:srgbClr val="66FFCC">
              <a:alpha val="50000"/>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dirty="0"/>
              <a:t>four corresponding forms of documentation</a:t>
            </a:r>
          </a:p>
          <a:p>
            <a:endParaRPr lang="en-GB" dirty="0"/>
          </a:p>
        </p:txBody>
      </p:sp>
      <p:sp>
        <p:nvSpPr>
          <p:cNvPr id="8" name="Content Placeholder 1">
            <a:extLst>
              <a:ext uri="{FF2B5EF4-FFF2-40B4-BE49-F238E27FC236}">
                <a16:creationId xmlns:a16="http://schemas.microsoft.com/office/drawing/2014/main" id="{7678E4CE-23DC-6C28-10D9-9D0B1321B5C3}"/>
              </a:ext>
            </a:extLst>
          </p:cNvPr>
          <p:cNvSpPr txBox="1">
            <a:spLocks/>
          </p:cNvSpPr>
          <p:nvPr/>
        </p:nvSpPr>
        <p:spPr>
          <a:xfrm>
            <a:off x="324522" y="1953600"/>
            <a:ext cx="2317877" cy="360000"/>
          </a:xfrm>
          <a:prstGeom prst="rect">
            <a:avLst/>
          </a:prstGeom>
          <a:solidFill>
            <a:srgbClr val="9999FF">
              <a:alpha val="50000"/>
            </a:srgbClr>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dirty="0"/>
              <a:t>four distinct needs</a:t>
            </a:r>
          </a:p>
        </p:txBody>
      </p:sp>
      <p:sp>
        <p:nvSpPr>
          <p:cNvPr id="10" name="TextBox 9">
            <a:extLst>
              <a:ext uri="{FF2B5EF4-FFF2-40B4-BE49-F238E27FC236}">
                <a16:creationId xmlns:a16="http://schemas.microsoft.com/office/drawing/2014/main" id="{945708BC-093E-CF7F-55FA-CED0F3CFCB40}"/>
              </a:ext>
            </a:extLst>
          </p:cNvPr>
          <p:cNvSpPr txBox="1"/>
          <p:nvPr/>
        </p:nvSpPr>
        <p:spPr>
          <a:xfrm>
            <a:off x="3398400" y="2870466"/>
            <a:ext cx="1864800" cy="288000"/>
          </a:xfrm>
          <a:prstGeom prst="rect">
            <a:avLst/>
          </a:prstGeom>
          <a:solidFill>
            <a:srgbClr val="9999FF">
              <a:alpha val="50000"/>
            </a:srgbClr>
          </a:solidFill>
        </p:spPr>
        <p:txBody>
          <a:bodyPr wrap="square" rtlCol="0">
            <a:spAutoFit/>
          </a:bodyPr>
          <a:lstStyle/>
          <a:p>
            <a:endParaRPr lang="en-GB" dirty="0"/>
          </a:p>
        </p:txBody>
      </p:sp>
      <p:sp>
        <p:nvSpPr>
          <p:cNvPr id="11" name="TextBox 10">
            <a:extLst>
              <a:ext uri="{FF2B5EF4-FFF2-40B4-BE49-F238E27FC236}">
                <a16:creationId xmlns:a16="http://schemas.microsoft.com/office/drawing/2014/main" id="{E20F910A-FC06-D1FB-AC2A-4F5C0D98F1E4}"/>
              </a:ext>
            </a:extLst>
          </p:cNvPr>
          <p:cNvSpPr txBox="1"/>
          <p:nvPr/>
        </p:nvSpPr>
        <p:spPr>
          <a:xfrm>
            <a:off x="6109200" y="1981736"/>
            <a:ext cx="828236" cy="288000"/>
          </a:xfrm>
          <a:prstGeom prst="rect">
            <a:avLst/>
          </a:prstGeom>
          <a:solidFill>
            <a:srgbClr val="9999FF">
              <a:alpha val="50000"/>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6035932E-D37A-E987-957B-CD5B83D774AB}"/>
              </a:ext>
            </a:extLst>
          </p:cNvPr>
          <p:cNvSpPr txBox="1"/>
          <p:nvPr/>
        </p:nvSpPr>
        <p:spPr>
          <a:xfrm>
            <a:off x="6109200" y="2870466"/>
            <a:ext cx="1573200" cy="288000"/>
          </a:xfrm>
          <a:prstGeom prst="rect">
            <a:avLst/>
          </a:prstGeom>
          <a:solidFill>
            <a:srgbClr val="9999FF">
              <a:alpha val="50000"/>
            </a:srgbClr>
          </a:solidFill>
        </p:spPr>
        <p:txBody>
          <a:bodyPr wrap="square" rtlCol="0">
            <a:spAutoFit/>
          </a:bodyPr>
          <a:lstStyle/>
          <a:p>
            <a:endParaRPr lang="en-GB" dirty="0"/>
          </a:p>
        </p:txBody>
      </p:sp>
      <p:sp>
        <p:nvSpPr>
          <p:cNvPr id="13" name="Content Placeholder 1">
            <a:extLst>
              <a:ext uri="{FF2B5EF4-FFF2-40B4-BE49-F238E27FC236}">
                <a16:creationId xmlns:a16="http://schemas.microsoft.com/office/drawing/2014/main" id="{831B4555-158E-CD1D-D1E2-A62B2A5CA2B5}"/>
              </a:ext>
            </a:extLst>
          </p:cNvPr>
          <p:cNvSpPr txBox="1">
            <a:spLocks/>
          </p:cNvSpPr>
          <p:nvPr/>
        </p:nvSpPr>
        <p:spPr>
          <a:xfrm>
            <a:off x="3247200" y="1584406"/>
            <a:ext cx="2016000" cy="396000"/>
          </a:xfrm>
          <a:prstGeom prst="rect">
            <a:avLst/>
          </a:prstGeom>
          <a:solidFill>
            <a:srgbClr val="66FFCC">
              <a:alpha val="50000"/>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sp>
        <p:nvSpPr>
          <p:cNvPr id="14" name="Content Placeholder 1">
            <a:extLst>
              <a:ext uri="{FF2B5EF4-FFF2-40B4-BE49-F238E27FC236}">
                <a16:creationId xmlns:a16="http://schemas.microsoft.com/office/drawing/2014/main" id="{DF433EFE-C6C6-B7FF-66ED-D0DE2C62C90D}"/>
              </a:ext>
            </a:extLst>
          </p:cNvPr>
          <p:cNvSpPr txBox="1">
            <a:spLocks/>
          </p:cNvSpPr>
          <p:nvPr/>
        </p:nvSpPr>
        <p:spPr>
          <a:xfrm>
            <a:off x="2730639" y="3158466"/>
            <a:ext cx="2532561" cy="396000"/>
          </a:xfrm>
          <a:prstGeom prst="rect">
            <a:avLst/>
          </a:prstGeom>
          <a:solidFill>
            <a:srgbClr val="66FFCC">
              <a:alpha val="50000"/>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sp>
        <p:nvSpPr>
          <p:cNvPr id="15" name="Content Placeholder 1">
            <a:extLst>
              <a:ext uri="{FF2B5EF4-FFF2-40B4-BE49-F238E27FC236}">
                <a16:creationId xmlns:a16="http://schemas.microsoft.com/office/drawing/2014/main" id="{AC47505A-CCBA-A912-B11A-1004D5FF3D5B}"/>
              </a:ext>
            </a:extLst>
          </p:cNvPr>
          <p:cNvSpPr txBox="1">
            <a:spLocks/>
          </p:cNvSpPr>
          <p:nvPr/>
        </p:nvSpPr>
        <p:spPr>
          <a:xfrm>
            <a:off x="6106530" y="3158262"/>
            <a:ext cx="2120400" cy="396000"/>
          </a:xfrm>
          <a:prstGeom prst="rect">
            <a:avLst/>
          </a:prstGeom>
          <a:solidFill>
            <a:srgbClr val="66FFCC">
              <a:alpha val="50000"/>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sp>
        <p:nvSpPr>
          <p:cNvPr id="16" name="Content Placeholder 1">
            <a:extLst>
              <a:ext uri="{FF2B5EF4-FFF2-40B4-BE49-F238E27FC236}">
                <a16:creationId xmlns:a16="http://schemas.microsoft.com/office/drawing/2014/main" id="{FC714EA0-CC1F-087B-D6D1-9793BE8B841C}"/>
              </a:ext>
            </a:extLst>
          </p:cNvPr>
          <p:cNvSpPr txBox="1">
            <a:spLocks/>
          </p:cNvSpPr>
          <p:nvPr/>
        </p:nvSpPr>
        <p:spPr>
          <a:xfrm>
            <a:off x="6109200" y="1584406"/>
            <a:ext cx="2916000" cy="396000"/>
          </a:xfrm>
          <a:prstGeom prst="rect">
            <a:avLst/>
          </a:prstGeom>
          <a:solidFill>
            <a:srgbClr val="66FFCC">
              <a:alpha val="50000"/>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sp>
        <p:nvSpPr>
          <p:cNvPr id="17" name="TextBox 16">
            <a:extLst>
              <a:ext uri="{FF2B5EF4-FFF2-40B4-BE49-F238E27FC236}">
                <a16:creationId xmlns:a16="http://schemas.microsoft.com/office/drawing/2014/main" id="{34665F84-0FD2-D53D-1C15-F1BA45CD27CA}"/>
              </a:ext>
            </a:extLst>
          </p:cNvPr>
          <p:cNvSpPr txBox="1"/>
          <p:nvPr/>
        </p:nvSpPr>
        <p:spPr>
          <a:xfrm>
            <a:off x="7061200" y="4757234"/>
            <a:ext cx="2065866" cy="369332"/>
          </a:xfrm>
          <a:prstGeom prst="rect">
            <a:avLst/>
          </a:prstGeom>
          <a:noFill/>
        </p:spPr>
        <p:txBody>
          <a:bodyPr wrap="square">
            <a:spAutoFit/>
          </a:bodyPr>
          <a:lstStyle/>
          <a:p>
            <a:pPr algn="r"/>
            <a:r>
              <a:rPr lang="en-GB" dirty="0">
                <a:hlinkClick r:id="rId4"/>
              </a:rPr>
              <a:t>https://diataxis.fr</a:t>
            </a:r>
            <a:endParaRPr lang="en-GB" dirty="0"/>
          </a:p>
        </p:txBody>
      </p:sp>
    </p:spTree>
    <p:extLst>
      <p:ext uri="{BB962C8B-B14F-4D97-AF65-F5344CB8AC3E}">
        <p14:creationId xmlns:p14="http://schemas.microsoft.com/office/powerpoint/2010/main" val="834535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8" grpId="0" animBg="1"/>
      <p:bldP spid="10" grpId="0" animBg="1"/>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AC94FE-2891-22C3-7A3D-C297850766E5}"/>
              </a:ext>
            </a:extLst>
          </p:cNvPr>
          <p:cNvSpPr>
            <a:spLocks noGrp="1"/>
          </p:cNvSpPr>
          <p:nvPr>
            <p:ph idx="1"/>
          </p:nvPr>
        </p:nvSpPr>
        <p:spPr/>
        <p:txBody>
          <a:bodyPr vert="horz" lIns="91440" tIns="45720" rIns="91440" bIns="45720" rtlCol="0" anchor="t">
            <a:normAutofit/>
          </a:bodyPr>
          <a:lstStyle/>
          <a:p>
            <a:r>
              <a:rPr lang="en-GB" dirty="0" err="1"/>
              <a:t>Diátaxis</a:t>
            </a:r>
            <a:r>
              <a:rPr lang="en-GB" dirty="0"/>
              <a:t> solves problems related to documentation:</a:t>
            </a:r>
          </a:p>
          <a:p>
            <a:endParaRPr lang="en-GB" sz="2000" dirty="0"/>
          </a:p>
        </p:txBody>
      </p:sp>
      <p:sp>
        <p:nvSpPr>
          <p:cNvPr id="3" name="Title 2">
            <a:extLst>
              <a:ext uri="{FF2B5EF4-FFF2-40B4-BE49-F238E27FC236}">
                <a16:creationId xmlns:a16="http://schemas.microsoft.com/office/drawing/2014/main" id="{61276796-080A-A846-A872-359CB2B68F34}"/>
              </a:ext>
            </a:extLst>
          </p:cNvPr>
          <p:cNvSpPr>
            <a:spLocks noGrp="1"/>
          </p:cNvSpPr>
          <p:nvPr>
            <p:ph type="title"/>
          </p:nvPr>
        </p:nvSpPr>
        <p:spPr/>
        <p:txBody>
          <a:bodyPr/>
          <a:lstStyle/>
          <a:p>
            <a:r>
              <a:rPr lang="en-GB" dirty="0"/>
              <a:t>🤷</a:t>
            </a:r>
            <a:r>
              <a:rPr lang="en-GB" dirty="0">
                <a:cs typeface="Arial"/>
              </a:rPr>
              <a:t>What is </a:t>
            </a:r>
            <a:r>
              <a:rPr lang="en-GB" dirty="0" err="1"/>
              <a:t>Diátaxis</a:t>
            </a:r>
            <a:r>
              <a:rPr lang="en-GB" dirty="0"/>
              <a:t>?</a:t>
            </a:r>
            <a:endParaRPr lang="en-US" dirty="0"/>
          </a:p>
        </p:txBody>
      </p:sp>
      <p:sp>
        <p:nvSpPr>
          <p:cNvPr id="4" name="Content Placeholder 4">
            <a:extLst>
              <a:ext uri="{FF2B5EF4-FFF2-40B4-BE49-F238E27FC236}">
                <a16:creationId xmlns:a16="http://schemas.microsoft.com/office/drawing/2014/main" id="{1607E765-161E-007D-B9B3-7AA5AE1F78CE}"/>
              </a:ext>
            </a:extLst>
          </p:cNvPr>
          <p:cNvSpPr txBox="1">
            <a:spLocks/>
          </p:cNvSpPr>
          <p:nvPr/>
        </p:nvSpPr>
        <p:spPr>
          <a:xfrm>
            <a:off x="252000" y="2027305"/>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dirty="0">
                <a:solidFill>
                  <a:schemeClr val="bg2"/>
                </a:solidFill>
              </a:rPr>
              <a:t>📝 </a:t>
            </a:r>
            <a:r>
              <a:rPr lang="en-GB" sz="4000" b="1" dirty="0">
                <a:solidFill>
                  <a:schemeClr val="bg2"/>
                </a:solidFill>
              </a:rPr>
              <a:t>content </a:t>
            </a:r>
            <a:r>
              <a:rPr lang="en-GB" sz="4000" dirty="0">
                <a:solidFill>
                  <a:schemeClr val="bg2"/>
                </a:solidFill>
              </a:rPr>
              <a:t>(what to write)</a:t>
            </a:r>
          </a:p>
        </p:txBody>
      </p:sp>
      <p:sp>
        <p:nvSpPr>
          <p:cNvPr id="6" name="Content Placeholder 4">
            <a:extLst>
              <a:ext uri="{FF2B5EF4-FFF2-40B4-BE49-F238E27FC236}">
                <a16:creationId xmlns:a16="http://schemas.microsoft.com/office/drawing/2014/main" id="{454610CA-A729-C83E-791A-7D49D3C0B0BB}"/>
              </a:ext>
            </a:extLst>
          </p:cNvPr>
          <p:cNvSpPr txBox="1">
            <a:spLocks/>
          </p:cNvSpPr>
          <p:nvPr/>
        </p:nvSpPr>
        <p:spPr>
          <a:xfrm>
            <a:off x="252000" y="2918162"/>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b="1" dirty="0">
                <a:solidFill>
                  <a:schemeClr val="bg2"/>
                </a:solidFill>
              </a:rPr>
              <a:t>✅ style </a:t>
            </a:r>
            <a:r>
              <a:rPr lang="en-GB" sz="4000" dirty="0">
                <a:solidFill>
                  <a:schemeClr val="bg2"/>
                </a:solidFill>
              </a:rPr>
              <a:t>(how to write it)</a:t>
            </a:r>
          </a:p>
        </p:txBody>
      </p:sp>
      <p:sp>
        <p:nvSpPr>
          <p:cNvPr id="7" name="Content Placeholder 4">
            <a:extLst>
              <a:ext uri="{FF2B5EF4-FFF2-40B4-BE49-F238E27FC236}">
                <a16:creationId xmlns:a16="http://schemas.microsoft.com/office/drawing/2014/main" id="{60D016F6-28E8-AF6D-F637-3AC72B60511E}"/>
              </a:ext>
            </a:extLst>
          </p:cNvPr>
          <p:cNvSpPr txBox="1">
            <a:spLocks/>
          </p:cNvSpPr>
          <p:nvPr/>
        </p:nvSpPr>
        <p:spPr>
          <a:xfrm>
            <a:off x="252000" y="3809020"/>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b="1" dirty="0">
                <a:solidFill>
                  <a:schemeClr val="bg2"/>
                </a:solidFill>
              </a:rPr>
              <a:t>🗃️ architecture </a:t>
            </a:r>
            <a:r>
              <a:rPr lang="en-GB" sz="4000" dirty="0">
                <a:solidFill>
                  <a:schemeClr val="bg2"/>
                </a:solidFill>
              </a:rPr>
              <a:t>(how to organise it)</a:t>
            </a:r>
          </a:p>
        </p:txBody>
      </p:sp>
      <p:sp>
        <p:nvSpPr>
          <p:cNvPr id="8" name="TextBox 7">
            <a:extLst>
              <a:ext uri="{FF2B5EF4-FFF2-40B4-BE49-F238E27FC236}">
                <a16:creationId xmlns:a16="http://schemas.microsoft.com/office/drawing/2014/main" id="{6C684DA5-4D0F-652D-0F62-5408E4CC6F64}"/>
              </a:ext>
            </a:extLst>
          </p:cNvPr>
          <p:cNvSpPr txBox="1"/>
          <p:nvPr/>
        </p:nvSpPr>
        <p:spPr>
          <a:xfrm>
            <a:off x="7061200" y="4757234"/>
            <a:ext cx="2065866" cy="369332"/>
          </a:xfrm>
          <a:prstGeom prst="rect">
            <a:avLst/>
          </a:prstGeom>
          <a:noFill/>
        </p:spPr>
        <p:txBody>
          <a:bodyPr wrap="square">
            <a:spAutoFit/>
          </a:bodyPr>
          <a:lstStyle/>
          <a:p>
            <a:pPr algn="r"/>
            <a:r>
              <a:rPr lang="en-GB" dirty="0">
                <a:hlinkClick r:id="rId2"/>
              </a:rPr>
              <a:t>https://diataxis.fr</a:t>
            </a:r>
            <a:endParaRPr lang="en-GB" dirty="0"/>
          </a:p>
        </p:txBody>
      </p:sp>
    </p:spTree>
    <p:extLst>
      <p:ext uri="{BB962C8B-B14F-4D97-AF65-F5344CB8AC3E}">
        <p14:creationId xmlns:p14="http://schemas.microsoft.com/office/powerpoint/2010/main" val="239540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2C5D53-9976-0E49-FEAC-6C50D4BC4891}"/>
              </a:ext>
            </a:extLst>
          </p:cNvPr>
          <p:cNvPicPr>
            <a:picLocks noChangeAspect="1"/>
          </p:cNvPicPr>
          <p:nvPr/>
        </p:nvPicPr>
        <p:blipFill>
          <a:blip r:embed="rId3"/>
          <a:stretch>
            <a:fillRect/>
          </a:stretch>
        </p:blipFill>
        <p:spPr>
          <a:xfrm>
            <a:off x="2743200" y="1772041"/>
            <a:ext cx="6362700" cy="2782319"/>
          </a:xfrm>
          <a:prstGeom prst="rect">
            <a:avLst/>
          </a:prstGeom>
        </p:spPr>
      </p:pic>
      <p:sp>
        <p:nvSpPr>
          <p:cNvPr id="2" name="Content Placeholder 1">
            <a:extLst>
              <a:ext uri="{FF2B5EF4-FFF2-40B4-BE49-F238E27FC236}">
                <a16:creationId xmlns:a16="http://schemas.microsoft.com/office/drawing/2014/main" id="{3B9E7D37-59AD-BA21-2951-4C3BBCF1AA63}"/>
              </a:ext>
            </a:extLst>
          </p:cNvPr>
          <p:cNvSpPr>
            <a:spLocks noGrp="1"/>
          </p:cNvSpPr>
          <p:nvPr>
            <p:ph idx="1"/>
          </p:nvPr>
        </p:nvSpPr>
        <p:spPr>
          <a:xfrm>
            <a:off x="252000" y="1548000"/>
            <a:ext cx="2160000" cy="3060000"/>
          </a:xfrm>
        </p:spPr>
        <p:txBody>
          <a:bodyPr>
            <a:normAutofit/>
          </a:bodyPr>
          <a:lstStyle/>
          <a:p>
            <a:pPr marL="0" indent="0">
              <a:buNone/>
            </a:pPr>
            <a:r>
              <a:rPr lang="en-GB" dirty="0" err="1"/>
              <a:t>Diátaxis</a:t>
            </a:r>
            <a:r>
              <a:rPr lang="en-GB" dirty="0"/>
              <a:t> makes it clear:</a:t>
            </a:r>
          </a:p>
        </p:txBody>
      </p:sp>
      <p:sp>
        <p:nvSpPr>
          <p:cNvPr id="3" name="Title 2">
            <a:extLst>
              <a:ext uri="{FF2B5EF4-FFF2-40B4-BE49-F238E27FC236}">
                <a16:creationId xmlns:a16="http://schemas.microsoft.com/office/drawing/2014/main" id="{3ED07680-F0B3-AE59-6ADC-DAE118001F3F}"/>
              </a:ext>
            </a:extLst>
          </p:cNvPr>
          <p:cNvSpPr>
            <a:spLocks noGrp="1"/>
          </p:cNvSpPr>
          <p:nvPr>
            <p:ph type="title"/>
          </p:nvPr>
        </p:nvSpPr>
        <p:spPr/>
        <p:txBody>
          <a:bodyPr>
            <a:normAutofit/>
          </a:bodyPr>
          <a:lstStyle/>
          <a:p>
            <a:r>
              <a:rPr lang="en-GB" dirty="0" err="1"/>
              <a:t>Diátaxis</a:t>
            </a:r>
            <a:r>
              <a:rPr lang="en-GB" dirty="0"/>
              <a:t> expectations and guidance</a:t>
            </a:r>
          </a:p>
        </p:txBody>
      </p:sp>
      <p:sp>
        <p:nvSpPr>
          <p:cNvPr id="4" name="TextBox 3">
            <a:extLst>
              <a:ext uri="{FF2B5EF4-FFF2-40B4-BE49-F238E27FC236}">
                <a16:creationId xmlns:a16="http://schemas.microsoft.com/office/drawing/2014/main" id="{EBD09D1A-0F54-3D0E-EEF4-B2F604B9A814}"/>
              </a:ext>
            </a:extLst>
          </p:cNvPr>
          <p:cNvSpPr txBox="1"/>
          <p:nvPr/>
        </p:nvSpPr>
        <p:spPr>
          <a:xfrm>
            <a:off x="6256866" y="4757234"/>
            <a:ext cx="2870200" cy="369332"/>
          </a:xfrm>
          <a:prstGeom prst="rect">
            <a:avLst/>
          </a:prstGeom>
          <a:noFill/>
        </p:spPr>
        <p:txBody>
          <a:bodyPr wrap="square">
            <a:spAutoFit/>
          </a:bodyPr>
          <a:lstStyle/>
          <a:p>
            <a:pPr algn="r"/>
            <a:r>
              <a:rPr lang="en-GB" dirty="0">
                <a:hlinkClick r:id="rId4"/>
              </a:rPr>
              <a:t>https://diataxis.fr/map/</a:t>
            </a:r>
            <a:endParaRPr lang="en-GB" dirty="0"/>
          </a:p>
        </p:txBody>
      </p:sp>
      <p:sp>
        <p:nvSpPr>
          <p:cNvPr id="6" name="Content Placeholder 1">
            <a:extLst>
              <a:ext uri="{FF2B5EF4-FFF2-40B4-BE49-F238E27FC236}">
                <a16:creationId xmlns:a16="http://schemas.microsoft.com/office/drawing/2014/main" id="{07753901-2457-620D-DF71-939605DC7528}"/>
              </a:ext>
            </a:extLst>
          </p:cNvPr>
          <p:cNvSpPr txBox="1">
            <a:spLocks/>
          </p:cNvSpPr>
          <p:nvPr/>
        </p:nvSpPr>
        <p:spPr>
          <a:xfrm>
            <a:off x="252000" y="2220190"/>
            <a:ext cx="2160000" cy="720000"/>
          </a:xfrm>
          <a:prstGeom prst="rect">
            <a:avLst/>
          </a:prstGeom>
          <a:solidFill>
            <a:srgbClr val="FF99CC">
              <a:alpha val="49804"/>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dirty="0"/>
              <a:t>what the purpose of the content is</a:t>
            </a:r>
          </a:p>
        </p:txBody>
      </p:sp>
      <p:sp>
        <p:nvSpPr>
          <p:cNvPr id="7" name="Content Placeholder 1">
            <a:extLst>
              <a:ext uri="{FF2B5EF4-FFF2-40B4-BE49-F238E27FC236}">
                <a16:creationId xmlns:a16="http://schemas.microsoft.com/office/drawing/2014/main" id="{FC219639-D953-DE7A-D096-CF3D5F5420ED}"/>
              </a:ext>
            </a:extLst>
          </p:cNvPr>
          <p:cNvSpPr txBox="1">
            <a:spLocks/>
          </p:cNvSpPr>
          <p:nvPr/>
        </p:nvSpPr>
        <p:spPr>
          <a:xfrm>
            <a:off x="252000" y="3900560"/>
            <a:ext cx="2160000" cy="720000"/>
          </a:xfrm>
          <a:prstGeom prst="rect">
            <a:avLst/>
          </a:prstGeom>
          <a:solidFill>
            <a:srgbClr val="CCFF33">
              <a:alpha val="49804"/>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dirty="0"/>
              <a:t>where it should be placed</a:t>
            </a:r>
          </a:p>
        </p:txBody>
      </p:sp>
      <p:sp>
        <p:nvSpPr>
          <p:cNvPr id="8" name="Content Placeholder 1">
            <a:extLst>
              <a:ext uri="{FF2B5EF4-FFF2-40B4-BE49-F238E27FC236}">
                <a16:creationId xmlns:a16="http://schemas.microsoft.com/office/drawing/2014/main" id="{1DC09A66-39C6-8FE9-75D0-60C29F194C13}"/>
              </a:ext>
            </a:extLst>
          </p:cNvPr>
          <p:cNvSpPr txBox="1">
            <a:spLocks/>
          </p:cNvSpPr>
          <p:nvPr/>
        </p:nvSpPr>
        <p:spPr>
          <a:xfrm>
            <a:off x="252000" y="3060375"/>
            <a:ext cx="2160000" cy="720000"/>
          </a:xfrm>
          <a:prstGeom prst="rect">
            <a:avLst/>
          </a:prstGeom>
          <a:solidFill>
            <a:srgbClr val="33CCFF">
              <a:alpha val="49804"/>
            </a:srgbClr>
          </a:solid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dirty="0"/>
              <a:t>how it should be written</a:t>
            </a:r>
          </a:p>
        </p:txBody>
      </p:sp>
      <p:sp>
        <p:nvSpPr>
          <p:cNvPr id="9" name="Content Placeholder 1">
            <a:extLst>
              <a:ext uri="{FF2B5EF4-FFF2-40B4-BE49-F238E27FC236}">
                <a16:creationId xmlns:a16="http://schemas.microsoft.com/office/drawing/2014/main" id="{FF3C6C9E-2811-1597-849D-13C957601C68}"/>
              </a:ext>
            </a:extLst>
          </p:cNvPr>
          <p:cNvSpPr txBox="1">
            <a:spLocks/>
          </p:cNvSpPr>
          <p:nvPr/>
        </p:nvSpPr>
        <p:spPr>
          <a:xfrm>
            <a:off x="2857500" y="3378690"/>
            <a:ext cx="6120000" cy="360000"/>
          </a:xfrm>
          <a:prstGeom prst="rect">
            <a:avLst/>
          </a:prstGeom>
          <a:solidFill>
            <a:srgbClr val="FF99CC">
              <a:alpha val="49804"/>
            </a:srgbClr>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10" name="Content Placeholder 1">
            <a:extLst>
              <a:ext uri="{FF2B5EF4-FFF2-40B4-BE49-F238E27FC236}">
                <a16:creationId xmlns:a16="http://schemas.microsoft.com/office/drawing/2014/main" id="{E7EED438-0A6F-8A80-A742-1E1171AC857A}"/>
              </a:ext>
            </a:extLst>
          </p:cNvPr>
          <p:cNvSpPr txBox="1">
            <a:spLocks/>
          </p:cNvSpPr>
          <p:nvPr/>
        </p:nvSpPr>
        <p:spPr>
          <a:xfrm>
            <a:off x="2864550" y="2711914"/>
            <a:ext cx="6120000" cy="360000"/>
          </a:xfrm>
          <a:prstGeom prst="rect">
            <a:avLst/>
          </a:prstGeom>
          <a:solidFill>
            <a:srgbClr val="33CCFF">
              <a:alpha val="49804"/>
            </a:srgbClr>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11" name="Content Placeholder 1">
            <a:extLst>
              <a:ext uri="{FF2B5EF4-FFF2-40B4-BE49-F238E27FC236}">
                <a16:creationId xmlns:a16="http://schemas.microsoft.com/office/drawing/2014/main" id="{4609C07A-D805-37B9-7418-6924CC722D43}"/>
              </a:ext>
            </a:extLst>
          </p:cNvPr>
          <p:cNvSpPr txBox="1">
            <a:spLocks/>
          </p:cNvSpPr>
          <p:nvPr/>
        </p:nvSpPr>
        <p:spPr>
          <a:xfrm>
            <a:off x="2864550" y="1881978"/>
            <a:ext cx="6120000" cy="360000"/>
          </a:xfrm>
          <a:prstGeom prst="rect">
            <a:avLst/>
          </a:prstGeom>
          <a:solidFill>
            <a:srgbClr val="CCFF33">
              <a:alpha val="49804"/>
            </a:srgbClr>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13" name="Content Placeholder 1">
            <a:extLst>
              <a:ext uri="{FF2B5EF4-FFF2-40B4-BE49-F238E27FC236}">
                <a16:creationId xmlns:a16="http://schemas.microsoft.com/office/drawing/2014/main" id="{E81E4215-A4C1-532B-3E3B-A3A170080503}"/>
              </a:ext>
            </a:extLst>
          </p:cNvPr>
          <p:cNvSpPr txBox="1">
            <a:spLocks/>
          </p:cNvSpPr>
          <p:nvPr/>
        </p:nvSpPr>
        <p:spPr>
          <a:xfrm>
            <a:off x="2857500" y="3811620"/>
            <a:ext cx="6120000" cy="180000"/>
          </a:xfrm>
          <a:prstGeom prst="rect">
            <a:avLst/>
          </a:prstGeom>
          <a:solidFill>
            <a:srgbClr val="33CCFF">
              <a:alpha val="49804"/>
            </a:srgbClr>
          </a:solidFill>
        </p:spPr>
        <p:txBody>
          <a:bodyPr vert="horz" lIns="91440" tIns="45720" rIns="91440" bIns="45720" rtlCol="0">
            <a:normAutofit fontScale="400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14" name="TextBox 13">
            <a:extLst>
              <a:ext uri="{FF2B5EF4-FFF2-40B4-BE49-F238E27FC236}">
                <a16:creationId xmlns:a16="http://schemas.microsoft.com/office/drawing/2014/main" id="{DA2C16FB-E2CF-26AA-FB94-E1E50165E6C0}"/>
              </a:ext>
            </a:extLst>
          </p:cNvPr>
          <p:cNvSpPr txBox="1"/>
          <p:nvPr/>
        </p:nvSpPr>
        <p:spPr>
          <a:xfrm>
            <a:off x="3960219" y="144634"/>
            <a:ext cx="2657475" cy="400110"/>
          </a:xfrm>
          <a:prstGeom prst="rect">
            <a:avLst/>
          </a:prstGeom>
          <a:noFill/>
        </p:spPr>
        <p:txBody>
          <a:bodyPr wrap="square" rtlCol="0">
            <a:spAutoFit/>
          </a:bodyPr>
          <a:lstStyle/>
          <a:p>
            <a:r>
              <a:rPr lang="en-GB" sz="2000" dirty="0"/>
              <a:t>📖 for the reader</a:t>
            </a:r>
          </a:p>
        </p:txBody>
      </p:sp>
      <p:sp>
        <p:nvSpPr>
          <p:cNvPr id="15" name="TextBox 14">
            <a:extLst>
              <a:ext uri="{FF2B5EF4-FFF2-40B4-BE49-F238E27FC236}">
                <a16:creationId xmlns:a16="http://schemas.microsoft.com/office/drawing/2014/main" id="{9DE9CE9D-7655-7181-514D-4424EA70C263}"/>
              </a:ext>
            </a:extLst>
          </p:cNvPr>
          <p:cNvSpPr txBox="1"/>
          <p:nvPr/>
        </p:nvSpPr>
        <p:spPr>
          <a:xfrm>
            <a:off x="6437840" y="1242172"/>
            <a:ext cx="2229909" cy="400110"/>
          </a:xfrm>
          <a:prstGeom prst="rect">
            <a:avLst/>
          </a:prstGeom>
          <a:noFill/>
        </p:spPr>
        <p:txBody>
          <a:bodyPr wrap="square" rtlCol="0">
            <a:spAutoFit/>
          </a:bodyPr>
          <a:lstStyle/>
          <a:p>
            <a:r>
              <a:rPr lang="en-GB" sz="2000" dirty="0"/>
              <a:t>✍️ for the author</a:t>
            </a:r>
          </a:p>
        </p:txBody>
      </p:sp>
      <p:cxnSp>
        <p:nvCxnSpPr>
          <p:cNvPr id="18" name="Straight Arrow Connector 17">
            <a:extLst>
              <a:ext uri="{FF2B5EF4-FFF2-40B4-BE49-F238E27FC236}">
                <a16:creationId xmlns:a16="http://schemas.microsoft.com/office/drawing/2014/main" id="{C668DE15-6BD6-F32C-76C8-84324F19D08B}"/>
              </a:ext>
            </a:extLst>
          </p:cNvPr>
          <p:cNvCxnSpPr>
            <a:cxnSpLocks/>
            <a:endCxn id="14" idx="1"/>
          </p:cNvCxnSpPr>
          <p:nvPr/>
        </p:nvCxnSpPr>
        <p:spPr>
          <a:xfrm flipV="1">
            <a:off x="3598270" y="344689"/>
            <a:ext cx="361949" cy="40011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7A5067-D90A-9733-22E9-6F8BE30FA6D9}"/>
              </a:ext>
            </a:extLst>
          </p:cNvPr>
          <p:cNvCxnSpPr>
            <a:cxnSpLocks/>
            <a:endCxn id="15" idx="1"/>
          </p:cNvCxnSpPr>
          <p:nvPr/>
        </p:nvCxnSpPr>
        <p:spPr>
          <a:xfrm>
            <a:off x="5772150" y="1229468"/>
            <a:ext cx="665690" cy="21275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Arrow: Down 22">
            <a:extLst>
              <a:ext uri="{FF2B5EF4-FFF2-40B4-BE49-F238E27FC236}">
                <a16:creationId xmlns:a16="http://schemas.microsoft.com/office/drawing/2014/main" id="{92E867E3-1BE0-CCFB-9AC3-AC9B36CC23EB}"/>
              </a:ext>
            </a:extLst>
          </p:cNvPr>
          <p:cNvSpPr/>
          <p:nvPr/>
        </p:nvSpPr>
        <p:spPr>
          <a:xfrm rot="14262982">
            <a:off x="2637501" y="4161628"/>
            <a:ext cx="581025" cy="910663"/>
          </a:xfrm>
          <a:prstGeom prst="down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ontent Placeholder 1">
            <a:extLst>
              <a:ext uri="{FF2B5EF4-FFF2-40B4-BE49-F238E27FC236}">
                <a16:creationId xmlns:a16="http://schemas.microsoft.com/office/drawing/2014/main" id="{C924BA6C-ABFD-8FC9-F5FB-7214DC00F395}"/>
              </a:ext>
            </a:extLst>
          </p:cNvPr>
          <p:cNvSpPr txBox="1">
            <a:spLocks/>
          </p:cNvSpPr>
          <p:nvPr/>
        </p:nvSpPr>
        <p:spPr>
          <a:xfrm>
            <a:off x="2857500" y="2296946"/>
            <a:ext cx="6120000" cy="360000"/>
          </a:xfrm>
          <a:prstGeom prst="rect">
            <a:avLst/>
          </a:prstGeom>
          <a:solidFill>
            <a:srgbClr val="33CCFF">
              <a:alpha val="49804"/>
            </a:srgbClr>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312596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p:bldP spid="15" grpId="0"/>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AFE2A7-7C7A-B0C0-9D9F-96A05A42ACDE}"/>
              </a:ext>
            </a:extLst>
          </p:cNvPr>
          <p:cNvSpPr>
            <a:spLocks noGrp="1"/>
          </p:cNvSpPr>
          <p:nvPr>
            <p:ph idx="1"/>
          </p:nvPr>
        </p:nvSpPr>
        <p:spPr/>
        <p:txBody>
          <a:bodyPr>
            <a:normAutofit/>
          </a:bodyPr>
          <a:lstStyle/>
          <a:p>
            <a:pPr marL="0" indent="0">
              <a:buNone/>
            </a:pPr>
            <a:r>
              <a:rPr lang="en-GB" b="1" dirty="0"/>
              <a:t>🦮 Use </a:t>
            </a:r>
            <a:r>
              <a:rPr lang="en-GB" b="1" dirty="0" err="1"/>
              <a:t>Diátaxis</a:t>
            </a:r>
            <a:r>
              <a:rPr lang="en-GB" b="1" dirty="0"/>
              <a:t> as a guide, not a plan</a:t>
            </a:r>
          </a:p>
          <a:p>
            <a:pPr lvl="1"/>
            <a:r>
              <a:rPr lang="en-GB" sz="2000" dirty="0" err="1"/>
              <a:t>Diátaxis</a:t>
            </a:r>
            <a:r>
              <a:rPr lang="en-GB" sz="2000" dirty="0"/>
              <a:t> helps you check that you’re in the right place and going in the right directions</a:t>
            </a:r>
          </a:p>
          <a:p>
            <a:pPr marL="0" indent="0">
              <a:buNone/>
            </a:pPr>
            <a:endParaRPr lang="en-GB" sz="1400" dirty="0"/>
          </a:p>
          <a:p>
            <a:pPr marL="0" indent="0">
              <a:buNone/>
            </a:pPr>
            <a:r>
              <a:rPr lang="en-GB" b="1" dirty="0"/>
              <a:t>😟 Don’t worry about structure</a:t>
            </a:r>
          </a:p>
          <a:p>
            <a:pPr lvl="1"/>
            <a:r>
              <a:rPr lang="en-GB" sz="2000" dirty="0"/>
              <a:t>Follow </a:t>
            </a:r>
            <a:r>
              <a:rPr lang="en-GB" sz="2000" dirty="0" err="1"/>
              <a:t>Diátaxis</a:t>
            </a:r>
            <a:r>
              <a:rPr lang="en-GB" sz="2000" dirty="0"/>
              <a:t> </a:t>
            </a:r>
            <a:r>
              <a:rPr lang="en-GB" sz="2000" dirty="0">
                <a:sym typeface="Wingdings" panose="05000000000000000000" pitchFamily="2" charset="2"/>
              </a:rPr>
              <a:t>➡️ </a:t>
            </a:r>
            <a:r>
              <a:rPr lang="en-GB" sz="2000" dirty="0" err="1"/>
              <a:t>Diátaxis</a:t>
            </a:r>
            <a:r>
              <a:rPr lang="en-GB" sz="2000" dirty="0"/>
              <a:t> structure, not the other way round</a:t>
            </a:r>
          </a:p>
          <a:p>
            <a:pPr marL="0" indent="0">
              <a:buNone/>
            </a:pPr>
            <a:endParaRPr lang="en-GB" sz="1400" dirty="0"/>
          </a:p>
          <a:p>
            <a:pPr marL="0" indent="0">
              <a:buNone/>
            </a:pPr>
            <a:r>
              <a:rPr lang="en-GB" b="1" dirty="0"/>
              <a:t>🪜 Work one step at a time</a:t>
            </a:r>
          </a:p>
          <a:p>
            <a:pPr lvl="1"/>
            <a:r>
              <a:rPr lang="en-GB" sz="2000" dirty="0"/>
              <a:t>It’s always possible to iteratively improve your documentation</a:t>
            </a:r>
          </a:p>
        </p:txBody>
      </p:sp>
      <p:sp>
        <p:nvSpPr>
          <p:cNvPr id="3" name="Title 2">
            <a:extLst>
              <a:ext uri="{FF2B5EF4-FFF2-40B4-BE49-F238E27FC236}">
                <a16:creationId xmlns:a16="http://schemas.microsoft.com/office/drawing/2014/main" id="{738FB5F5-1AA0-CC99-F267-684F4A2B6AD1}"/>
              </a:ext>
            </a:extLst>
          </p:cNvPr>
          <p:cNvSpPr>
            <a:spLocks noGrp="1"/>
          </p:cNvSpPr>
          <p:nvPr>
            <p:ph type="title"/>
          </p:nvPr>
        </p:nvSpPr>
        <p:spPr/>
        <p:txBody>
          <a:bodyPr/>
          <a:lstStyle/>
          <a:p>
            <a:r>
              <a:rPr lang="en-GB" dirty="0"/>
              <a:t>☑️How to use </a:t>
            </a:r>
            <a:r>
              <a:rPr lang="en-GB" dirty="0" err="1"/>
              <a:t>Diátaxis</a:t>
            </a:r>
            <a:endParaRPr lang="en-GB" dirty="0"/>
          </a:p>
        </p:txBody>
      </p:sp>
      <p:sp>
        <p:nvSpPr>
          <p:cNvPr id="4" name="TextBox 3">
            <a:extLst>
              <a:ext uri="{FF2B5EF4-FFF2-40B4-BE49-F238E27FC236}">
                <a16:creationId xmlns:a16="http://schemas.microsoft.com/office/drawing/2014/main" id="{C8C739FC-5BCC-A250-97F7-C4B1EFEA01F8}"/>
              </a:ext>
            </a:extLst>
          </p:cNvPr>
          <p:cNvSpPr txBox="1"/>
          <p:nvPr/>
        </p:nvSpPr>
        <p:spPr>
          <a:xfrm>
            <a:off x="4886325" y="4757234"/>
            <a:ext cx="4240741" cy="369332"/>
          </a:xfrm>
          <a:prstGeom prst="rect">
            <a:avLst/>
          </a:prstGeom>
          <a:noFill/>
        </p:spPr>
        <p:txBody>
          <a:bodyPr wrap="square">
            <a:spAutoFit/>
          </a:bodyPr>
          <a:lstStyle/>
          <a:p>
            <a:pPr algn="r"/>
            <a:r>
              <a:rPr lang="en-GB" dirty="0">
                <a:hlinkClick r:id="rId3"/>
              </a:rPr>
              <a:t>https://diataxis.fr/how-to-use-diataxis/</a:t>
            </a:r>
            <a:endParaRPr lang="en-GB" dirty="0"/>
          </a:p>
        </p:txBody>
      </p:sp>
    </p:spTree>
    <p:extLst>
      <p:ext uri="{BB962C8B-B14F-4D97-AF65-F5344CB8AC3E}">
        <p14:creationId xmlns:p14="http://schemas.microsoft.com/office/powerpoint/2010/main" val="42003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0E7D81-03D4-FE3A-71DF-9349D0DBF21E}"/>
              </a:ext>
            </a:extLst>
          </p:cNvPr>
          <p:cNvSpPr>
            <a:spLocks noGrp="1"/>
          </p:cNvSpPr>
          <p:nvPr>
            <p:ph type="title"/>
          </p:nvPr>
        </p:nvSpPr>
        <p:spPr/>
        <p:txBody>
          <a:bodyPr/>
          <a:lstStyle/>
          <a:p>
            <a:r>
              <a:rPr lang="en-GB" dirty="0"/>
              <a:t>☑️How to use </a:t>
            </a:r>
            <a:r>
              <a:rPr lang="en-GB" dirty="0" err="1"/>
              <a:t>Diátaxis</a:t>
            </a:r>
            <a:r>
              <a:rPr lang="en-GB" dirty="0"/>
              <a:t>: Just do something</a:t>
            </a:r>
          </a:p>
        </p:txBody>
      </p:sp>
      <p:sp>
        <p:nvSpPr>
          <p:cNvPr id="8" name="TextBox 7">
            <a:extLst>
              <a:ext uri="{FF2B5EF4-FFF2-40B4-BE49-F238E27FC236}">
                <a16:creationId xmlns:a16="http://schemas.microsoft.com/office/drawing/2014/main" id="{975297E6-0E59-4423-F3F1-E116D951DC2F}"/>
              </a:ext>
            </a:extLst>
          </p:cNvPr>
          <p:cNvSpPr txBox="1"/>
          <p:nvPr/>
        </p:nvSpPr>
        <p:spPr>
          <a:xfrm>
            <a:off x="3402000" y="1328963"/>
            <a:ext cx="2340000" cy="1080000"/>
          </a:xfrm>
          <a:prstGeom prst="rect">
            <a:avLst/>
          </a:prstGeom>
          <a:solidFill>
            <a:srgbClr val="003365"/>
          </a:solidFill>
        </p:spPr>
        <p:txBody>
          <a:bodyPr wrap="square" rtlCol="0">
            <a:spAutoFit/>
          </a:bodyPr>
          <a:lstStyle/>
          <a:p>
            <a:pPr algn="ctr"/>
            <a:r>
              <a:rPr lang="en-GB" sz="3200" dirty="0">
                <a:solidFill>
                  <a:schemeClr val="bg2"/>
                </a:solidFill>
              </a:rPr>
              <a:t>Choose something</a:t>
            </a:r>
          </a:p>
        </p:txBody>
      </p:sp>
      <p:sp>
        <p:nvSpPr>
          <p:cNvPr id="9" name="TextBox 8">
            <a:extLst>
              <a:ext uri="{FF2B5EF4-FFF2-40B4-BE49-F238E27FC236}">
                <a16:creationId xmlns:a16="http://schemas.microsoft.com/office/drawing/2014/main" id="{5F14ADDD-E811-1357-1171-13468B551FFB}"/>
              </a:ext>
            </a:extLst>
          </p:cNvPr>
          <p:cNvSpPr txBox="1"/>
          <p:nvPr/>
        </p:nvSpPr>
        <p:spPr>
          <a:xfrm>
            <a:off x="6327752" y="2412750"/>
            <a:ext cx="2340000" cy="1080000"/>
          </a:xfrm>
          <a:prstGeom prst="rect">
            <a:avLst/>
          </a:prstGeom>
          <a:solidFill>
            <a:srgbClr val="003365"/>
          </a:solidFill>
        </p:spPr>
        <p:txBody>
          <a:bodyPr wrap="square" rtlCol="0" anchor="ctr">
            <a:spAutoFit/>
          </a:bodyPr>
          <a:lstStyle/>
          <a:p>
            <a:pPr algn="ctr"/>
            <a:r>
              <a:rPr lang="en-GB" sz="3200" dirty="0">
                <a:solidFill>
                  <a:schemeClr val="bg2"/>
                </a:solidFill>
              </a:rPr>
              <a:t>Assess it</a:t>
            </a:r>
          </a:p>
        </p:txBody>
      </p:sp>
      <p:sp>
        <p:nvSpPr>
          <p:cNvPr id="10" name="TextBox 9">
            <a:extLst>
              <a:ext uri="{FF2B5EF4-FFF2-40B4-BE49-F238E27FC236}">
                <a16:creationId xmlns:a16="http://schemas.microsoft.com/office/drawing/2014/main" id="{33F3E7FE-D968-94B1-5864-D33FEA26C636}"/>
              </a:ext>
            </a:extLst>
          </p:cNvPr>
          <p:cNvSpPr txBox="1"/>
          <p:nvPr/>
        </p:nvSpPr>
        <p:spPr>
          <a:xfrm>
            <a:off x="3402000" y="3502154"/>
            <a:ext cx="2340000" cy="1080000"/>
          </a:xfrm>
          <a:prstGeom prst="rect">
            <a:avLst/>
          </a:prstGeom>
          <a:solidFill>
            <a:srgbClr val="003365"/>
          </a:solidFill>
        </p:spPr>
        <p:txBody>
          <a:bodyPr wrap="square" rtlCol="0">
            <a:spAutoFit/>
          </a:bodyPr>
          <a:lstStyle/>
          <a:p>
            <a:pPr algn="ctr"/>
            <a:r>
              <a:rPr lang="en-GB" sz="3200" dirty="0">
                <a:solidFill>
                  <a:schemeClr val="bg2"/>
                </a:solidFill>
              </a:rPr>
              <a:t>Decide what to do</a:t>
            </a:r>
          </a:p>
        </p:txBody>
      </p:sp>
      <p:sp>
        <p:nvSpPr>
          <p:cNvPr id="11" name="TextBox 10">
            <a:extLst>
              <a:ext uri="{FF2B5EF4-FFF2-40B4-BE49-F238E27FC236}">
                <a16:creationId xmlns:a16="http://schemas.microsoft.com/office/drawing/2014/main" id="{E26F1060-01C1-12A3-472C-63D03AA43E7D}"/>
              </a:ext>
            </a:extLst>
          </p:cNvPr>
          <p:cNvSpPr txBox="1"/>
          <p:nvPr/>
        </p:nvSpPr>
        <p:spPr>
          <a:xfrm>
            <a:off x="476250" y="2412750"/>
            <a:ext cx="2340000" cy="1080000"/>
          </a:xfrm>
          <a:prstGeom prst="rect">
            <a:avLst/>
          </a:prstGeom>
          <a:solidFill>
            <a:srgbClr val="003365"/>
          </a:solidFill>
        </p:spPr>
        <p:txBody>
          <a:bodyPr wrap="square" rtlCol="0" anchor="ctr">
            <a:spAutoFit/>
          </a:bodyPr>
          <a:lstStyle/>
          <a:p>
            <a:pPr algn="ctr"/>
            <a:r>
              <a:rPr lang="en-GB" sz="3200" dirty="0">
                <a:solidFill>
                  <a:schemeClr val="bg2"/>
                </a:solidFill>
              </a:rPr>
              <a:t>Do it</a:t>
            </a:r>
          </a:p>
        </p:txBody>
      </p:sp>
      <p:sp>
        <p:nvSpPr>
          <p:cNvPr id="22" name="Arrow: Bent 21">
            <a:extLst>
              <a:ext uri="{FF2B5EF4-FFF2-40B4-BE49-F238E27FC236}">
                <a16:creationId xmlns:a16="http://schemas.microsoft.com/office/drawing/2014/main" id="{31BB4272-CC38-77BD-9EF6-36B3E4678790}"/>
              </a:ext>
            </a:extLst>
          </p:cNvPr>
          <p:cNvSpPr/>
          <p:nvPr/>
        </p:nvSpPr>
        <p:spPr>
          <a:xfrm rot="5400000">
            <a:off x="5924073" y="1452357"/>
            <a:ext cx="807354" cy="833212"/>
          </a:xfrm>
          <a:prstGeom prst="bentArrow">
            <a:avLst>
              <a:gd name="adj1" fmla="val 19531"/>
              <a:gd name="adj2" fmla="val 26496"/>
              <a:gd name="adj3" fmla="val 25000"/>
              <a:gd name="adj4" fmla="val 84766"/>
            </a:avLst>
          </a:prstGeom>
          <a:solidFill>
            <a:srgbClr val="D34D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 name="Arrow: Bent 22">
            <a:extLst>
              <a:ext uri="{FF2B5EF4-FFF2-40B4-BE49-F238E27FC236}">
                <a16:creationId xmlns:a16="http://schemas.microsoft.com/office/drawing/2014/main" id="{11841239-AB4A-EB41-0B28-9843C3BEF39A}"/>
              </a:ext>
            </a:extLst>
          </p:cNvPr>
          <p:cNvSpPr/>
          <p:nvPr/>
        </p:nvSpPr>
        <p:spPr>
          <a:xfrm>
            <a:off x="2425502" y="1439428"/>
            <a:ext cx="807354" cy="833212"/>
          </a:xfrm>
          <a:prstGeom prst="bentArrow">
            <a:avLst>
              <a:gd name="adj1" fmla="val 19531"/>
              <a:gd name="adj2" fmla="val 26496"/>
              <a:gd name="adj3" fmla="val 25000"/>
              <a:gd name="adj4" fmla="val 84766"/>
            </a:avLst>
          </a:prstGeom>
          <a:solidFill>
            <a:srgbClr val="D34D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Arrow: Bent 23">
            <a:extLst>
              <a:ext uri="{FF2B5EF4-FFF2-40B4-BE49-F238E27FC236}">
                <a16:creationId xmlns:a16="http://schemas.microsoft.com/office/drawing/2014/main" id="{EF68F376-030E-F56A-1E68-E7427CEAF51E}"/>
              </a:ext>
            </a:extLst>
          </p:cNvPr>
          <p:cNvSpPr/>
          <p:nvPr/>
        </p:nvSpPr>
        <p:spPr>
          <a:xfrm rot="16200000">
            <a:off x="2412573" y="3618367"/>
            <a:ext cx="807354" cy="833212"/>
          </a:xfrm>
          <a:prstGeom prst="bentArrow">
            <a:avLst>
              <a:gd name="adj1" fmla="val 19531"/>
              <a:gd name="adj2" fmla="val 26496"/>
              <a:gd name="adj3" fmla="val 25000"/>
              <a:gd name="adj4" fmla="val 84766"/>
            </a:avLst>
          </a:prstGeom>
          <a:solidFill>
            <a:srgbClr val="D34D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5" name="Arrow: Bent 24">
            <a:extLst>
              <a:ext uri="{FF2B5EF4-FFF2-40B4-BE49-F238E27FC236}">
                <a16:creationId xmlns:a16="http://schemas.microsoft.com/office/drawing/2014/main" id="{EE5ECDA5-9255-D3EE-C11B-49D6BF84748B}"/>
              </a:ext>
            </a:extLst>
          </p:cNvPr>
          <p:cNvSpPr/>
          <p:nvPr/>
        </p:nvSpPr>
        <p:spPr>
          <a:xfrm rot="10800000">
            <a:off x="5911144" y="3631296"/>
            <a:ext cx="807354" cy="833212"/>
          </a:xfrm>
          <a:prstGeom prst="bentArrow">
            <a:avLst>
              <a:gd name="adj1" fmla="val 19531"/>
              <a:gd name="adj2" fmla="val 26496"/>
              <a:gd name="adj3" fmla="val 25000"/>
              <a:gd name="adj4" fmla="val 84766"/>
            </a:avLst>
          </a:prstGeom>
          <a:solidFill>
            <a:srgbClr val="D34D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6" name="TextBox 25">
            <a:extLst>
              <a:ext uri="{FF2B5EF4-FFF2-40B4-BE49-F238E27FC236}">
                <a16:creationId xmlns:a16="http://schemas.microsoft.com/office/drawing/2014/main" id="{20063847-8704-A875-2790-C13A5C9208E3}"/>
              </a:ext>
            </a:extLst>
          </p:cNvPr>
          <p:cNvSpPr txBox="1"/>
          <p:nvPr/>
        </p:nvSpPr>
        <p:spPr>
          <a:xfrm>
            <a:off x="7344103" y="1785895"/>
            <a:ext cx="495300" cy="584775"/>
          </a:xfrm>
          <a:prstGeom prst="rect">
            <a:avLst/>
          </a:prstGeom>
          <a:noFill/>
        </p:spPr>
        <p:txBody>
          <a:bodyPr wrap="square" rtlCol="0">
            <a:spAutoFit/>
          </a:bodyPr>
          <a:lstStyle/>
          <a:p>
            <a:r>
              <a:rPr lang="en-GB" sz="3200" dirty="0"/>
              <a:t>👤</a:t>
            </a:r>
          </a:p>
        </p:txBody>
      </p:sp>
      <p:sp>
        <p:nvSpPr>
          <p:cNvPr id="27" name="TextBox 26">
            <a:extLst>
              <a:ext uri="{FF2B5EF4-FFF2-40B4-BE49-F238E27FC236}">
                <a16:creationId xmlns:a16="http://schemas.microsoft.com/office/drawing/2014/main" id="{5E16C88C-2FD4-2661-51DB-633BE90B990B}"/>
              </a:ext>
            </a:extLst>
          </p:cNvPr>
          <p:cNvSpPr txBox="1"/>
          <p:nvPr/>
        </p:nvSpPr>
        <p:spPr>
          <a:xfrm>
            <a:off x="7892203" y="1785896"/>
            <a:ext cx="495300" cy="584775"/>
          </a:xfrm>
          <a:prstGeom prst="rect">
            <a:avLst/>
          </a:prstGeom>
          <a:noFill/>
        </p:spPr>
        <p:txBody>
          <a:bodyPr wrap="square" rtlCol="0">
            <a:spAutoFit/>
          </a:bodyPr>
          <a:lstStyle/>
          <a:p>
            <a:r>
              <a:rPr lang="en-GB" sz="3200" dirty="0"/>
              <a:t>👍</a:t>
            </a:r>
          </a:p>
        </p:txBody>
      </p:sp>
      <p:sp>
        <p:nvSpPr>
          <p:cNvPr id="28" name="TextBox 27">
            <a:extLst>
              <a:ext uri="{FF2B5EF4-FFF2-40B4-BE49-F238E27FC236}">
                <a16:creationId xmlns:a16="http://schemas.microsoft.com/office/drawing/2014/main" id="{AA199C0B-1B36-C1D6-DAEE-B1DEB3B3A310}"/>
              </a:ext>
            </a:extLst>
          </p:cNvPr>
          <p:cNvSpPr txBox="1"/>
          <p:nvPr/>
        </p:nvSpPr>
        <p:spPr>
          <a:xfrm>
            <a:off x="8415493" y="1785896"/>
            <a:ext cx="495300" cy="584775"/>
          </a:xfrm>
          <a:prstGeom prst="rect">
            <a:avLst/>
          </a:prstGeom>
          <a:noFill/>
        </p:spPr>
        <p:txBody>
          <a:bodyPr wrap="square" rtlCol="0">
            <a:spAutoFit/>
          </a:bodyPr>
          <a:lstStyle/>
          <a:p>
            <a:r>
              <a:rPr lang="en-GB" sz="3200" dirty="0"/>
              <a:t>➕</a:t>
            </a:r>
          </a:p>
        </p:txBody>
      </p:sp>
      <p:sp>
        <p:nvSpPr>
          <p:cNvPr id="29" name="TextBox 28">
            <a:extLst>
              <a:ext uri="{FF2B5EF4-FFF2-40B4-BE49-F238E27FC236}">
                <a16:creationId xmlns:a16="http://schemas.microsoft.com/office/drawing/2014/main" id="{02ECC6C7-EBDC-22F7-AFE6-5BEE0432371D}"/>
              </a:ext>
            </a:extLst>
          </p:cNvPr>
          <p:cNvSpPr txBox="1"/>
          <p:nvPr/>
        </p:nvSpPr>
        <p:spPr>
          <a:xfrm>
            <a:off x="7854103" y="3571790"/>
            <a:ext cx="495300" cy="584775"/>
          </a:xfrm>
          <a:prstGeom prst="rect">
            <a:avLst/>
          </a:prstGeom>
          <a:noFill/>
        </p:spPr>
        <p:txBody>
          <a:bodyPr wrap="square" rtlCol="0">
            <a:spAutoFit/>
          </a:bodyPr>
          <a:lstStyle/>
          <a:p>
            <a:r>
              <a:rPr lang="en-GB" sz="3200" dirty="0"/>
              <a:t>➖</a:t>
            </a:r>
          </a:p>
        </p:txBody>
      </p:sp>
      <p:sp>
        <p:nvSpPr>
          <p:cNvPr id="30" name="TextBox 29">
            <a:extLst>
              <a:ext uri="{FF2B5EF4-FFF2-40B4-BE49-F238E27FC236}">
                <a16:creationId xmlns:a16="http://schemas.microsoft.com/office/drawing/2014/main" id="{91033978-EE97-B389-55ED-43706E54C7B8}"/>
              </a:ext>
            </a:extLst>
          </p:cNvPr>
          <p:cNvSpPr txBox="1"/>
          <p:nvPr/>
        </p:nvSpPr>
        <p:spPr>
          <a:xfrm>
            <a:off x="8392678" y="3571789"/>
            <a:ext cx="495300" cy="584775"/>
          </a:xfrm>
          <a:prstGeom prst="rect">
            <a:avLst/>
          </a:prstGeom>
          <a:noFill/>
        </p:spPr>
        <p:txBody>
          <a:bodyPr wrap="square" rtlCol="0">
            <a:spAutoFit/>
          </a:bodyPr>
          <a:lstStyle/>
          <a:p>
            <a:r>
              <a:rPr lang="en-GB" sz="3200" dirty="0"/>
              <a:t>⬅️</a:t>
            </a:r>
          </a:p>
        </p:txBody>
      </p:sp>
      <p:sp>
        <p:nvSpPr>
          <p:cNvPr id="32" name="TextBox 31">
            <a:extLst>
              <a:ext uri="{FF2B5EF4-FFF2-40B4-BE49-F238E27FC236}">
                <a16:creationId xmlns:a16="http://schemas.microsoft.com/office/drawing/2014/main" id="{13682B9B-647F-2003-F57E-8969A9AFB5DD}"/>
              </a:ext>
            </a:extLst>
          </p:cNvPr>
          <p:cNvSpPr txBox="1"/>
          <p:nvPr/>
        </p:nvSpPr>
        <p:spPr>
          <a:xfrm>
            <a:off x="7315528" y="3574061"/>
            <a:ext cx="495300" cy="584775"/>
          </a:xfrm>
          <a:prstGeom prst="rect">
            <a:avLst/>
          </a:prstGeom>
          <a:noFill/>
        </p:spPr>
        <p:txBody>
          <a:bodyPr wrap="square" rtlCol="0">
            <a:spAutoFit/>
          </a:bodyPr>
          <a:lstStyle/>
          <a:p>
            <a:r>
              <a:rPr lang="en-GB" sz="3200" dirty="0"/>
              <a:t>🔄️</a:t>
            </a:r>
          </a:p>
        </p:txBody>
      </p:sp>
      <p:sp>
        <p:nvSpPr>
          <p:cNvPr id="33" name="TextBox 32">
            <a:extLst>
              <a:ext uri="{FF2B5EF4-FFF2-40B4-BE49-F238E27FC236}">
                <a16:creationId xmlns:a16="http://schemas.microsoft.com/office/drawing/2014/main" id="{3DD4FD28-08DB-9973-EEFE-9984A796CEF9}"/>
              </a:ext>
            </a:extLst>
          </p:cNvPr>
          <p:cNvSpPr txBox="1"/>
          <p:nvPr/>
        </p:nvSpPr>
        <p:spPr>
          <a:xfrm>
            <a:off x="6811031" y="3571790"/>
            <a:ext cx="495300" cy="584775"/>
          </a:xfrm>
          <a:prstGeom prst="rect">
            <a:avLst/>
          </a:prstGeom>
          <a:noFill/>
        </p:spPr>
        <p:txBody>
          <a:bodyPr wrap="square" rtlCol="0">
            <a:spAutoFit/>
          </a:bodyPr>
          <a:lstStyle/>
          <a:p>
            <a:r>
              <a:rPr lang="en-GB" sz="3200" dirty="0"/>
              <a:t>⚙️</a:t>
            </a:r>
          </a:p>
        </p:txBody>
      </p:sp>
      <p:sp>
        <p:nvSpPr>
          <p:cNvPr id="34" name="TextBox 33">
            <a:extLst>
              <a:ext uri="{FF2B5EF4-FFF2-40B4-BE49-F238E27FC236}">
                <a16:creationId xmlns:a16="http://schemas.microsoft.com/office/drawing/2014/main" id="{A52E0CB5-BCD8-C037-6016-8544B8BBEA7E}"/>
              </a:ext>
            </a:extLst>
          </p:cNvPr>
          <p:cNvSpPr txBox="1"/>
          <p:nvPr/>
        </p:nvSpPr>
        <p:spPr>
          <a:xfrm>
            <a:off x="6805528" y="1785895"/>
            <a:ext cx="495300" cy="584775"/>
          </a:xfrm>
          <a:prstGeom prst="rect">
            <a:avLst/>
          </a:prstGeom>
          <a:noFill/>
        </p:spPr>
        <p:txBody>
          <a:bodyPr wrap="square" rtlCol="0">
            <a:spAutoFit/>
          </a:bodyPr>
          <a:lstStyle/>
          <a:p>
            <a:r>
              <a:rPr lang="en-GB" sz="3200" dirty="0"/>
              <a:t>🤏</a:t>
            </a:r>
          </a:p>
        </p:txBody>
      </p:sp>
      <p:sp>
        <p:nvSpPr>
          <p:cNvPr id="35" name="TextBox 34">
            <a:extLst>
              <a:ext uri="{FF2B5EF4-FFF2-40B4-BE49-F238E27FC236}">
                <a16:creationId xmlns:a16="http://schemas.microsoft.com/office/drawing/2014/main" id="{9A3EE991-ED2B-1415-58ED-3CF7AAF5AA70}"/>
              </a:ext>
            </a:extLst>
          </p:cNvPr>
          <p:cNvSpPr txBox="1"/>
          <p:nvPr/>
        </p:nvSpPr>
        <p:spPr>
          <a:xfrm>
            <a:off x="4886325" y="4757234"/>
            <a:ext cx="4240741" cy="369332"/>
          </a:xfrm>
          <a:prstGeom prst="rect">
            <a:avLst/>
          </a:prstGeom>
          <a:noFill/>
        </p:spPr>
        <p:txBody>
          <a:bodyPr wrap="square">
            <a:spAutoFit/>
          </a:bodyPr>
          <a:lstStyle/>
          <a:p>
            <a:pPr algn="r"/>
            <a:r>
              <a:rPr lang="en-GB" dirty="0">
                <a:hlinkClick r:id="rId3"/>
              </a:rPr>
              <a:t>https://diataxis.fr/how-to-use-diataxis/</a:t>
            </a:r>
            <a:endParaRPr lang="en-GB" dirty="0"/>
          </a:p>
        </p:txBody>
      </p:sp>
    </p:spTree>
    <p:extLst>
      <p:ext uri="{BB962C8B-B14F-4D97-AF65-F5344CB8AC3E}">
        <p14:creationId xmlns:p14="http://schemas.microsoft.com/office/powerpoint/2010/main" val="188950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22" grpId="0" animBg="1"/>
      <p:bldP spid="23" grpId="0" animBg="1"/>
      <p:bldP spid="24" grpId="0" animBg="1"/>
      <p:bldP spid="25" grpId="0" animBg="1"/>
      <p:bldP spid="26" grpId="0"/>
      <p:bldP spid="27" grpId="0"/>
      <p:bldP spid="28" grpId="0"/>
      <p:bldP spid="29" grpId="0"/>
      <p:bldP spid="30" grpId="0"/>
      <p:bldP spid="32" grpId="0"/>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686CB6-E10E-DFF2-D7D9-910991EA1F9A}"/>
              </a:ext>
            </a:extLst>
          </p:cNvPr>
          <p:cNvSpPr>
            <a:spLocks noGrp="1"/>
          </p:cNvSpPr>
          <p:nvPr>
            <p:ph type="title"/>
          </p:nvPr>
        </p:nvSpPr>
        <p:spPr/>
        <p:txBody>
          <a:bodyPr>
            <a:normAutofit/>
          </a:bodyPr>
          <a:lstStyle/>
          <a:p>
            <a:r>
              <a:rPr lang="en-GB" dirty="0"/>
              <a:t>📃Case Study: Release documentation</a:t>
            </a:r>
          </a:p>
        </p:txBody>
      </p:sp>
      <p:pic>
        <p:nvPicPr>
          <p:cNvPr id="5" name="Picture 4">
            <a:extLst>
              <a:ext uri="{FF2B5EF4-FFF2-40B4-BE49-F238E27FC236}">
                <a16:creationId xmlns:a16="http://schemas.microsoft.com/office/drawing/2014/main" id="{7AB4AB1C-D21A-DF38-9142-E7BC1FAEB8E0}"/>
              </a:ext>
            </a:extLst>
          </p:cNvPr>
          <p:cNvPicPr>
            <a:picLocks noChangeAspect="1"/>
          </p:cNvPicPr>
          <p:nvPr/>
        </p:nvPicPr>
        <p:blipFill>
          <a:blip r:embed="rId3"/>
          <a:stretch>
            <a:fillRect/>
          </a:stretch>
        </p:blipFill>
        <p:spPr>
          <a:xfrm>
            <a:off x="1247775" y="1276613"/>
            <a:ext cx="6648450" cy="3458151"/>
          </a:xfrm>
          <a:prstGeom prst="rect">
            <a:avLst/>
          </a:prstGeom>
        </p:spPr>
      </p:pic>
      <p:sp>
        <p:nvSpPr>
          <p:cNvPr id="6" name="TextBox 5">
            <a:extLst>
              <a:ext uri="{FF2B5EF4-FFF2-40B4-BE49-F238E27FC236}">
                <a16:creationId xmlns:a16="http://schemas.microsoft.com/office/drawing/2014/main" id="{13386775-121B-DCE6-68DE-7D9BE0B59461}"/>
              </a:ext>
            </a:extLst>
          </p:cNvPr>
          <p:cNvSpPr txBox="1"/>
          <p:nvPr/>
        </p:nvSpPr>
        <p:spPr>
          <a:xfrm>
            <a:off x="104775" y="4757234"/>
            <a:ext cx="9022291" cy="369332"/>
          </a:xfrm>
          <a:prstGeom prst="rect">
            <a:avLst/>
          </a:prstGeom>
          <a:noFill/>
        </p:spPr>
        <p:txBody>
          <a:bodyPr wrap="square">
            <a:spAutoFit/>
          </a:bodyPr>
          <a:lstStyle/>
          <a:p>
            <a:pPr algn="r"/>
            <a:r>
              <a:rPr lang="en-GB" dirty="0">
                <a:hlinkClick r:id="rId4"/>
              </a:rPr>
              <a:t>https://docs.esmvaltool.org/en/latest/community/release_strategy/release_strategy.html</a:t>
            </a:r>
            <a:endParaRPr lang="en-GB" dirty="0"/>
          </a:p>
        </p:txBody>
      </p:sp>
    </p:spTree>
    <p:extLst>
      <p:ext uri="{BB962C8B-B14F-4D97-AF65-F5344CB8AC3E}">
        <p14:creationId xmlns:p14="http://schemas.microsoft.com/office/powerpoint/2010/main" val="2542251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D4615BF-BF54-9A60-EA58-6EF2D9C487E2}"/>
              </a:ext>
            </a:extLst>
          </p:cNvPr>
          <p:cNvPicPr>
            <a:picLocks noChangeAspect="1"/>
          </p:cNvPicPr>
          <p:nvPr/>
        </p:nvPicPr>
        <p:blipFill>
          <a:blip r:embed="rId3"/>
          <a:stretch>
            <a:fillRect/>
          </a:stretch>
        </p:blipFill>
        <p:spPr>
          <a:xfrm>
            <a:off x="1247775" y="1276613"/>
            <a:ext cx="6648450" cy="3458151"/>
          </a:xfrm>
          <a:prstGeom prst="rect">
            <a:avLst/>
          </a:prstGeom>
        </p:spPr>
      </p:pic>
      <p:sp>
        <p:nvSpPr>
          <p:cNvPr id="3" name="Title 2">
            <a:extLst>
              <a:ext uri="{FF2B5EF4-FFF2-40B4-BE49-F238E27FC236}">
                <a16:creationId xmlns:a16="http://schemas.microsoft.com/office/drawing/2014/main" id="{00491804-36DA-D92E-E77D-1C3F93CB39F7}"/>
              </a:ext>
            </a:extLst>
          </p:cNvPr>
          <p:cNvSpPr>
            <a:spLocks noGrp="1"/>
          </p:cNvSpPr>
          <p:nvPr>
            <p:ph type="title"/>
          </p:nvPr>
        </p:nvSpPr>
        <p:spPr>
          <a:solidFill>
            <a:srgbClr val="FFC000">
              <a:alpha val="50000"/>
            </a:srgbClr>
          </a:solidFill>
        </p:spPr>
        <p:txBody>
          <a:bodyPr/>
          <a:lstStyle/>
          <a:p>
            <a:r>
              <a:rPr lang="en-GB" dirty="0"/>
              <a:t>📚Tutorials</a:t>
            </a:r>
          </a:p>
        </p:txBody>
      </p:sp>
      <p:sp>
        <p:nvSpPr>
          <p:cNvPr id="10" name="Content Placeholder 1">
            <a:extLst>
              <a:ext uri="{FF2B5EF4-FFF2-40B4-BE49-F238E27FC236}">
                <a16:creationId xmlns:a16="http://schemas.microsoft.com/office/drawing/2014/main" id="{AF96541F-99C0-1C4E-5C67-28991CA71E90}"/>
              </a:ext>
            </a:extLst>
          </p:cNvPr>
          <p:cNvSpPr>
            <a:spLocks noGrp="1"/>
          </p:cNvSpPr>
          <p:nvPr>
            <p:ph idx="1"/>
          </p:nvPr>
        </p:nvSpPr>
        <p:spPr>
          <a:xfrm>
            <a:off x="252000" y="1548000"/>
            <a:ext cx="8640000" cy="3060000"/>
          </a:xfrm>
        </p:spPr>
        <p:txBody>
          <a:bodyPr>
            <a:normAutofit/>
          </a:bodyPr>
          <a:lstStyle/>
          <a:p>
            <a:pPr marL="0" indent="0" algn="ctr">
              <a:buNone/>
            </a:pPr>
            <a:r>
              <a:rPr lang="en-GB" sz="20000" dirty="0"/>
              <a:t>🤷</a:t>
            </a:r>
          </a:p>
        </p:txBody>
      </p:sp>
    </p:spTree>
    <p:extLst>
      <p:ext uri="{BB962C8B-B14F-4D97-AF65-F5344CB8AC3E}">
        <p14:creationId xmlns:p14="http://schemas.microsoft.com/office/powerpoint/2010/main" val="229790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BB9882-FCA6-ACBC-5187-787893EACEE9}"/>
              </a:ext>
            </a:extLst>
          </p:cNvPr>
          <p:cNvSpPr>
            <a:spLocks noGrp="1"/>
          </p:cNvSpPr>
          <p:nvPr>
            <p:ph type="title"/>
          </p:nvPr>
        </p:nvSpPr>
        <p:spPr>
          <a:solidFill>
            <a:srgbClr val="7030A0">
              <a:alpha val="50000"/>
            </a:srgbClr>
          </a:solidFill>
        </p:spPr>
        <p:txBody>
          <a:bodyPr/>
          <a:lstStyle/>
          <a:p>
            <a:r>
              <a:rPr lang="en-GB" dirty="0"/>
              <a:t>🛠️How-to guides</a:t>
            </a:r>
          </a:p>
        </p:txBody>
      </p:sp>
      <p:pic>
        <p:nvPicPr>
          <p:cNvPr id="5" name="Picture 4">
            <a:extLst>
              <a:ext uri="{FF2B5EF4-FFF2-40B4-BE49-F238E27FC236}">
                <a16:creationId xmlns:a16="http://schemas.microsoft.com/office/drawing/2014/main" id="{7193FE4D-FBDA-2217-5CC0-2ABDA0154012}"/>
              </a:ext>
            </a:extLst>
          </p:cNvPr>
          <p:cNvPicPr>
            <a:picLocks noChangeAspect="1"/>
          </p:cNvPicPr>
          <p:nvPr/>
        </p:nvPicPr>
        <p:blipFill>
          <a:blip r:embed="rId3"/>
          <a:srcRect b="27919"/>
          <a:stretch>
            <a:fillRect/>
          </a:stretch>
        </p:blipFill>
        <p:spPr>
          <a:xfrm>
            <a:off x="0" y="1568564"/>
            <a:ext cx="9144000" cy="2860561"/>
          </a:xfrm>
          <a:prstGeom prst="rect">
            <a:avLst/>
          </a:prstGeom>
        </p:spPr>
      </p:pic>
      <p:sp>
        <p:nvSpPr>
          <p:cNvPr id="6" name="TextBox 5">
            <a:extLst>
              <a:ext uri="{FF2B5EF4-FFF2-40B4-BE49-F238E27FC236}">
                <a16:creationId xmlns:a16="http://schemas.microsoft.com/office/drawing/2014/main" id="{3C6CB2A4-CB19-328F-A1A4-86FDCBE7B01A}"/>
              </a:ext>
            </a:extLst>
          </p:cNvPr>
          <p:cNvSpPr txBox="1"/>
          <p:nvPr/>
        </p:nvSpPr>
        <p:spPr>
          <a:xfrm>
            <a:off x="7504950" y="3000375"/>
            <a:ext cx="1404000" cy="432000"/>
          </a:xfrm>
          <a:prstGeom prst="rect">
            <a:avLst/>
          </a:prstGeom>
          <a:solidFill>
            <a:srgbClr val="7030A0">
              <a:alpha val="50000"/>
            </a:srgbClr>
          </a:solidFill>
        </p:spPr>
        <p:txBody>
          <a:bodyPr wrap="square" rtlCol="0">
            <a:spAutoFit/>
          </a:bodyPr>
          <a:lstStyle/>
          <a:p>
            <a:pPr algn="ctr"/>
            <a:endParaRPr lang="en-GB" dirty="0"/>
          </a:p>
        </p:txBody>
      </p:sp>
      <p:sp>
        <p:nvSpPr>
          <p:cNvPr id="7" name="TextBox 6">
            <a:extLst>
              <a:ext uri="{FF2B5EF4-FFF2-40B4-BE49-F238E27FC236}">
                <a16:creationId xmlns:a16="http://schemas.microsoft.com/office/drawing/2014/main" id="{49672A67-661C-E107-B0A8-3454193FD5A6}"/>
              </a:ext>
            </a:extLst>
          </p:cNvPr>
          <p:cNvSpPr txBox="1"/>
          <p:nvPr/>
        </p:nvSpPr>
        <p:spPr>
          <a:xfrm>
            <a:off x="7504950" y="3667125"/>
            <a:ext cx="1404000" cy="324000"/>
          </a:xfrm>
          <a:prstGeom prst="rect">
            <a:avLst/>
          </a:prstGeom>
          <a:solidFill>
            <a:srgbClr val="7030A0">
              <a:alpha val="50000"/>
            </a:srgbClr>
          </a:solidFill>
        </p:spPr>
        <p:txBody>
          <a:bodyPr wrap="square" rtlCol="0">
            <a:spAutoFit/>
          </a:bodyPr>
          <a:lstStyle/>
          <a:p>
            <a:pPr algn="ctr"/>
            <a:endParaRPr lang="en-GB" dirty="0"/>
          </a:p>
        </p:txBody>
      </p:sp>
    </p:spTree>
    <p:extLst>
      <p:ext uri="{BB962C8B-B14F-4D97-AF65-F5344CB8AC3E}">
        <p14:creationId xmlns:p14="http://schemas.microsoft.com/office/powerpoint/2010/main" val="246972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FCA9CD-150E-05A2-D55D-38DA79231E83}"/>
              </a:ext>
            </a:extLst>
          </p:cNvPr>
          <p:cNvSpPr>
            <a:spLocks noGrp="1"/>
          </p:cNvSpPr>
          <p:nvPr>
            <p:ph type="title"/>
          </p:nvPr>
        </p:nvSpPr>
        <p:spPr>
          <a:solidFill>
            <a:srgbClr val="00B050">
              <a:alpha val="50000"/>
            </a:srgbClr>
          </a:solidFill>
        </p:spPr>
        <p:txBody>
          <a:bodyPr>
            <a:normAutofit/>
          </a:bodyPr>
          <a:lstStyle/>
          <a:p>
            <a:r>
              <a:rPr lang="en-GB" dirty="0"/>
              <a:t>📖Reference materials</a:t>
            </a:r>
          </a:p>
        </p:txBody>
      </p:sp>
      <p:pic>
        <p:nvPicPr>
          <p:cNvPr id="5" name="Picture 4">
            <a:extLst>
              <a:ext uri="{FF2B5EF4-FFF2-40B4-BE49-F238E27FC236}">
                <a16:creationId xmlns:a16="http://schemas.microsoft.com/office/drawing/2014/main" id="{55C3F4CA-99F8-471E-57DC-4C4AD6BB2F70}"/>
              </a:ext>
            </a:extLst>
          </p:cNvPr>
          <p:cNvPicPr>
            <a:picLocks noChangeAspect="1"/>
          </p:cNvPicPr>
          <p:nvPr/>
        </p:nvPicPr>
        <p:blipFill>
          <a:blip r:embed="rId3"/>
          <a:stretch>
            <a:fillRect/>
          </a:stretch>
        </p:blipFill>
        <p:spPr>
          <a:xfrm>
            <a:off x="0" y="1445881"/>
            <a:ext cx="9144000" cy="3147087"/>
          </a:xfrm>
          <a:prstGeom prst="rect">
            <a:avLst/>
          </a:prstGeom>
        </p:spPr>
      </p:pic>
      <p:sp>
        <p:nvSpPr>
          <p:cNvPr id="7" name="TextBox 6">
            <a:extLst>
              <a:ext uri="{FF2B5EF4-FFF2-40B4-BE49-F238E27FC236}">
                <a16:creationId xmlns:a16="http://schemas.microsoft.com/office/drawing/2014/main" id="{F158BC0C-5698-A141-1764-C4AAA1CBB324}"/>
              </a:ext>
            </a:extLst>
          </p:cNvPr>
          <p:cNvSpPr txBox="1"/>
          <p:nvPr/>
        </p:nvSpPr>
        <p:spPr>
          <a:xfrm>
            <a:off x="7476375" y="2486025"/>
            <a:ext cx="1260000" cy="828000"/>
          </a:xfrm>
          <a:prstGeom prst="rect">
            <a:avLst/>
          </a:prstGeom>
          <a:solidFill>
            <a:srgbClr val="00B050">
              <a:alpha val="50000"/>
            </a:srgbClr>
          </a:solidFill>
        </p:spPr>
        <p:txBody>
          <a:bodyPr wrap="square" rtlCol="0">
            <a:spAutoFit/>
          </a:bodyPr>
          <a:lstStyle/>
          <a:p>
            <a:pPr algn="ctr"/>
            <a:endParaRPr lang="en-GB" dirty="0"/>
          </a:p>
        </p:txBody>
      </p:sp>
      <p:sp>
        <p:nvSpPr>
          <p:cNvPr id="4" name="TextBox 3">
            <a:extLst>
              <a:ext uri="{FF2B5EF4-FFF2-40B4-BE49-F238E27FC236}">
                <a16:creationId xmlns:a16="http://schemas.microsoft.com/office/drawing/2014/main" id="{38833ACF-89E0-F8DA-5C70-C4CADB05445D}"/>
              </a:ext>
            </a:extLst>
          </p:cNvPr>
          <p:cNvSpPr txBox="1"/>
          <p:nvPr/>
        </p:nvSpPr>
        <p:spPr>
          <a:xfrm>
            <a:off x="7476375" y="3686175"/>
            <a:ext cx="1260000" cy="252000"/>
          </a:xfrm>
          <a:prstGeom prst="rect">
            <a:avLst/>
          </a:prstGeom>
          <a:solidFill>
            <a:srgbClr val="00B050">
              <a:alpha val="50000"/>
            </a:srgbClr>
          </a:solidFill>
        </p:spPr>
        <p:txBody>
          <a:bodyPr wrap="square" rtlCol="0">
            <a:spAutoFit/>
          </a:bodyPr>
          <a:lstStyle/>
          <a:p>
            <a:pPr algn="ctr"/>
            <a:endParaRPr lang="en-GB" dirty="0"/>
          </a:p>
        </p:txBody>
      </p:sp>
    </p:spTree>
    <p:extLst>
      <p:ext uri="{BB962C8B-B14F-4D97-AF65-F5344CB8AC3E}">
        <p14:creationId xmlns:p14="http://schemas.microsoft.com/office/powerpoint/2010/main" val="335585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303-456A-4640-EA5D-6B36B201AF43}"/>
              </a:ext>
            </a:extLst>
          </p:cNvPr>
          <p:cNvSpPr>
            <a:spLocks noGrp="1"/>
          </p:cNvSpPr>
          <p:nvPr>
            <p:ph type="title"/>
          </p:nvPr>
        </p:nvSpPr>
        <p:spPr>
          <a:solidFill>
            <a:srgbClr val="00B0F0">
              <a:alpha val="50000"/>
            </a:srgbClr>
          </a:solidFill>
        </p:spPr>
        <p:txBody>
          <a:bodyPr/>
          <a:lstStyle/>
          <a:p>
            <a:r>
              <a:rPr lang="en-GB" dirty="0"/>
              <a:t>💡Explanations</a:t>
            </a:r>
          </a:p>
        </p:txBody>
      </p:sp>
      <p:pic>
        <p:nvPicPr>
          <p:cNvPr id="5" name="Picture 4">
            <a:extLst>
              <a:ext uri="{FF2B5EF4-FFF2-40B4-BE49-F238E27FC236}">
                <a16:creationId xmlns:a16="http://schemas.microsoft.com/office/drawing/2014/main" id="{A339DF32-9EA2-AF27-DD16-800F9AC77B2D}"/>
              </a:ext>
            </a:extLst>
          </p:cNvPr>
          <p:cNvPicPr>
            <a:picLocks noChangeAspect="1"/>
          </p:cNvPicPr>
          <p:nvPr/>
        </p:nvPicPr>
        <p:blipFill>
          <a:blip r:embed="rId3"/>
          <a:stretch>
            <a:fillRect/>
          </a:stretch>
        </p:blipFill>
        <p:spPr>
          <a:xfrm>
            <a:off x="1081088" y="1337094"/>
            <a:ext cx="6981825" cy="3328719"/>
          </a:xfrm>
          <a:prstGeom prst="rect">
            <a:avLst/>
          </a:prstGeom>
        </p:spPr>
      </p:pic>
      <p:sp>
        <p:nvSpPr>
          <p:cNvPr id="6" name="TextBox 5">
            <a:extLst>
              <a:ext uri="{FF2B5EF4-FFF2-40B4-BE49-F238E27FC236}">
                <a16:creationId xmlns:a16="http://schemas.microsoft.com/office/drawing/2014/main" id="{62C1143D-615A-706C-5829-46D1C6DEE351}"/>
              </a:ext>
            </a:extLst>
          </p:cNvPr>
          <p:cNvSpPr txBox="1"/>
          <p:nvPr/>
        </p:nvSpPr>
        <p:spPr>
          <a:xfrm>
            <a:off x="3018674" y="1986375"/>
            <a:ext cx="3725025" cy="2412000"/>
          </a:xfrm>
          <a:prstGeom prst="rect">
            <a:avLst/>
          </a:prstGeom>
          <a:solidFill>
            <a:srgbClr val="00B0F0">
              <a:alpha val="50000"/>
            </a:srgbClr>
          </a:solidFill>
        </p:spPr>
        <p:txBody>
          <a:bodyPr wrap="square" rtlCol="0">
            <a:spAutoFit/>
          </a:bodyPr>
          <a:lstStyle/>
          <a:p>
            <a:pPr algn="ctr"/>
            <a:endParaRPr lang="en-GB" dirty="0"/>
          </a:p>
        </p:txBody>
      </p:sp>
      <p:sp>
        <p:nvSpPr>
          <p:cNvPr id="7" name="TextBox 6">
            <a:extLst>
              <a:ext uri="{FF2B5EF4-FFF2-40B4-BE49-F238E27FC236}">
                <a16:creationId xmlns:a16="http://schemas.microsoft.com/office/drawing/2014/main" id="{9BD89003-AD39-AEC6-A8C1-986460A0FC23}"/>
              </a:ext>
            </a:extLst>
          </p:cNvPr>
          <p:cNvSpPr txBox="1"/>
          <p:nvPr/>
        </p:nvSpPr>
        <p:spPr>
          <a:xfrm>
            <a:off x="6821962" y="4317760"/>
            <a:ext cx="1260000" cy="252000"/>
          </a:xfrm>
          <a:prstGeom prst="rect">
            <a:avLst/>
          </a:prstGeom>
          <a:solidFill>
            <a:srgbClr val="00B0F0">
              <a:alpha val="50000"/>
            </a:srgbClr>
          </a:solidFill>
        </p:spPr>
        <p:txBody>
          <a:bodyPr wrap="square" rtlCol="0">
            <a:spAutoFit/>
          </a:bodyPr>
          <a:lstStyle/>
          <a:p>
            <a:pPr algn="ctr"/>
            <a:endParaRPr lang="en-GB" dirty="0"/>
          </a:p>
        </p:txBody>
      </p:sp>
    </p:spTree>
    <p:extLst>
      <p:ext uri="{BB962C8B-B14F-4D97-AF65-F5344CB8AC3E}">
        <p14:creationId xmlns:p14="http://schemas.microsoft.com/office/powerpoint/2010/main" val="45998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0ADB60-31B2-CC5E-4E14-61A228C00576}"/>
              </a:ext>
            </a:extLst>
          </p:cNvPr>
          <p:cNvSpPr>
            <a:spLocks noGrp="1"/>
          </p:cNvSpPr>
          <p:nvPr>
            <p:ph type="title"/>
          </p:nvPr>
        </p:nvSpPr>
        <p:spPr/>
        <p:txBody>
          <a:bodyPr>
            <a:normAutofit/>
          </a:bodyPr>
          <a:lstStyle/>
          <a:p>
            <a:r>
              <a:rPr lang="en-GB" dirty="0"/>
              <a:t>📝Plan for the coding sessions</a:t>
            </a:r>
          </a:p>
        </p:txBody>
      </p:sp>
      <p:pic>
        <p:nvPicPr>
          <p:cNvPr id="5" name="Picture 4">
            <a:extLst>
              <a:ext uri="{FF2B5EF4-FFF2-40B4-BE49-F238E27FC236}">
                <a16:creationId xmlns:a16="http://schemas.microsoft.com/office/drawing/2014/main" id="{5F863047-79B0-CC9B-A264-504F6646EBB0}"/>
              </a:ext>
            </a:extLst>
          </p:cNvPr>
          <p:cNvPicPr>
            <a:picLocks noChangeAspect="1"/>
          </p:cNvPicPr>
          <p:nvPr/>
        </p:nvPicPr>
        <p:blipFill>
          <a:blip r:embed="rId3"/>
          <a:srcRect b="14455"/>
          <a:stretch>
            <a:fillRect/>
          </a:stretch>
        </p:blipFill>
        <p:spPr>
          <a:xfrm>
            <a:off x="44244" y="1275741"/>
            <a:ext cx="9055512" cy="3438872"/>
          </a:xfrm>
          <a:prstGeom prst="rect">
            <a:avLst/>
          </a:prstGeom>
        </p:spPr>
      </p:pic>
    </p:spTree>
    <p:extLst>
      <p:ext uri="{BB962C8B-B14F-4D97-AF65-F5344CB8AC3E}">
        <p14:creationId xmlns:p14="http://schemas.microsoft.com/office/powerpoint/2010/main" val="8743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AA91-68B7-9179-E727-4B474AC02A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494B90-ED2A-415A-1E00-551400C5AA3D}"/>
              </a:ext>
            </a:extLst>
          </p:cNvPr>
          <p:cNvSpPr>
            <a:spLocks noGrp="1"/>
          </p:cNvSpPr>
          <p:nvPr>
            <p:ph idx="1"/>
          </p:nvPr>
        </p:nvSpPr>
        <p:spPr/>
        <p:txBody>
          <a:bodyPr vert="horz" lIns="91440" tIns="45720" rIns="91440" bIns="45720" rtlCol="0" anchor="t">
            <a:normAutofit/>
          </a:bodyPr>
          <a:lstStyle/>
          <a:p>
            <a:r>
              <a:rPr lang="en-GB" dirty="0"/>
              <a:t>How do we distribute documentation responsibilities? One example:</a:t>
            </a:r>
            <a:endParaRPr lang="en-GB" sz="2000" dirty="0"/>
          </a:p>
        </p:txBody>
      </p:sp>
      <p:sp>
        <p:nvSpPr>
          <p:cNvPr id="3" name="Title 2">
            <a:extLst>
              <a:ext uri="{FF2B5EF4-FFF2-40B4-BE49-F238E27FC236}">
                <a16:creationId xmlns:a16="http://schemas.microsoft.com/office/drawing/2014/main" id="{7A619FD5-04DA-0D25-6012-4D9AA1B1519A}"/>
              </a:ext>
            </a:extLst>
          </p:cNvPr>
          <p:cNvSpPr>
            <a:spLocks noGrp="1"/>
          </p:cNvSpPr>
          <p:nvPr>
            <p:ph type="title"/>
          </p:nvPr>
        </p:nvSpPr>
        <p:spPr/>
        <p:txBody>
          <a:bodyPr/>
          <a:lstStyle/>
          <a:p>
            <a:r>
              <a:rPr lang="en-GB" dirty="0"/>
              <a:t>🗣️Discussion: Documentation responsibilities</a:t>
            </a:r>
          </a:p>
        </p:txBody>
      </p:sp>
      <p:sp>
        <p:nvSpPr>
          <p:cNvPr id="4" name="Content Placeholder 4">
            <a:extLst>
              <a:ext uri="{FF2B5EF4-FFF2-40B4-BE49-F238E27FC236}">
                <a16:creationId xmlns:a16="http://schemas.microsoft.com/office/drawing/2014/main" id="{3615FC4C-5B5B-44AB-680A-8387A9C86C4E}"/>
              </a:ext>
            </a:extLst>
          </p:cNvPr>
          <p:cNvSpPr txBox="1">
            <a:spLocks/>
          </p:cNvSpPr>
          <p:nvPr/>
        </p:nvSpPr>
        <p:spPr>
          <a:xfrm>
            <a:off x="252000" y="2027305"/>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dirty="0">
                <a:solidFill>
                  <a:schemeClr val="bg2"/>
                </a:solidFill>
              </a:rPr>
              <a:t>📝 </a:t>
            </a:r>
            <a:r>
              <a:rPr lang="en-GB" sz="4000" b="1" dirty="0">
                <a:solidFill>
                  <a:schemeClr val="bg2"/>
                </a:solidFill>
              </a:rPr>
              <a:t>content:</a:t>
            </a:r>
            <a:r>
              <a:rPr lang="en-GB" sz="4000" dirty="0">
                <a:solidFill>
                  <a:schemeClr val="bg2"/>
                </a:solidFill>
              </a:rPr>
              <a:t> TLT?</a:t>
            </a:r>
          </a:p>
        </p:txBody>
      </p:sp>
      <p:sp>
        <p:nvSpPr>
          <p:cNvPr id="6" name="Content Placeholder 4">
            <a:extLst>
              <a:ext uri="{FF2B5EF4-FFF2-40B4-BE49-F238E27FC236}">
                <a16:creationId xmlns:a16="http://schemas.microsoft.com/office/drawing/2014/main" id="{19C58AA3-D0A8-1167-A1EC-B85075B28858}"/>
              </a:ext>
            </a:extLst>
          </p:cNvPr>
          <p:cNvSpPr txBox="1">
            <a:spLocks/>
          </p:cNvSpPr>
          <p:nvPr/>
        </p:nvSpPr>
        <p:spPr>
          <a:xfrm>
            <a:off x="252000" y="2918162"/>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b="1" dirty="0">
                <a:solidFill>
                  <a:schemeClr val="bg2"/>
                </a:solidFill>
              </a:rPr>
              <a:t>✅ style:</a:t>
            </a:r>
            <a:r>
              <a:rPr lang="en-GB" sz="4000" dirty="0">
                <a:solidFill>
                  <a:schemeClr val="bg2"/>
                </a:solidFill>
              </a:rPr>
              <a:t> UET?</a:t>
            </a:r>
          </a:p>
        </p:txBody>
      </p:sp>
      <p:sp>
        <p:nvSpPr>
          <p:cNvPr id="7" name="Content Placeholder 4">
            <a:extLst>
              <a:ext uri="{FF2B5EF4-FFF2-40B4-BE49-F238E27FC236}">
                <a16:creationId xmlns:a16="http://schemas.microsoft.com/office/drawing/2014/main" id="{FAA1AFF0-0375-E81A-E7FA-DA84D21C0DC9}"/>
              </a:ext>
            </a:extLst>
          </p:cNvPr>
          <p:cNvSpPr txBox="1">
            <a:spLocks/>
          </p:cNvSpPr>
          <p:nvPr/>
        </p:nvSpPr>
        <p:spPr>
          <a:xfrm>
            <a:off x="252000" y="3809020"/>
            <a:ext cx="8640000" cy="720000"/>
          </a:xfrm>
          <a:prstGeom prst="rect">
            <a:avLst/>
          </a:prstGeom>
          <a:solidFill>
            <a:srgbClr val="003365"/>
          </a:solidFill>
        </p:spPr>
        <p:txBody>
          <a:bodyPr vert="horz" lIns="91440" tIns="45720" rIns="91440" bIns="4572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4000" b="1" dirty="0">
                <a:solidFill>
                  <a:schemeClr val="bg2"/>
                </a:solidFill>
              </a:rPr>
              <a:t>🗃️ architecture:</a:t>
            </a:r>
            <a:r>
              <a:rPr lang="en-GB" sz="4000" dirty="0">
                <a:solidFill>
                  <a:schemeClr val="bg2"/>
                </a:solidFill>
              </a:rPr>
              <a:t> UET?</a:t>
            </a:r>
          </a:p>
        </p:txBody>
      </p:sp>
      <p:sp>
        <p:nvSpPr>
          <p:cNvPr id="5" name="TextBox 4">
            <a:extLst>
              <a:ext uri="{FF2B5EF4-FFF2-40B4-BE49-F238E27FC236}">
                <a16:creationId xmlns:a16="http://schemas.microsoft.com/office/drawing/2014/main" id="{CE0CBF63-AAA6-15A6-435B-92A373D8F1DF}"/>
              </a:ext>
            </a:extLst>
          </p:cNvPr>
          <p:cNvSpPr txBox="1"/>
          <p:nvPr/>
        </p:nvSpPr>
        <p:spPr>
          <a:xfrm>
            <a:off x="0" y="4759807"/>
            <a:ext cx="4572000" cy="369332"/>
          </a:xfrm>
          <a:prstGeom prst="rect">
            <a:avLst/>
          </a:prstGeom>
          <a:noFill/>
        </p:spPr>
        <p:txBody>
          <a:bodyPr wrap="square">
            <a:spAutoFit/>
          </a:bodyPr>
          <a:lstStyle/>
          <a:p>
            <a:pPr algn="ctr"/>
            <a:r>
              <a:rPr lang="en-GB" dirty="0"/>
              <a:t>TLT = Technical Lead Team</a:t>
            </a:r>
          </a:p>
        </p:txBody>
      </p:sp>
      <p:sp>
        <p:nvSpPr>
          <p:cNvPr id="9" name="TextBox 8">
            <a:extLst>
              <a:ext uri="{FF2B5EF4-FFF2-40B4-BE49-F238E27FC236}">
                <a16:creationId xmlns:a16="http://schemas.microsoft.com/office/drawing/2014/main" id="{6CBF4F50-7A26-D06D-2157-4CA0E007D688}"/>
              </a:ext>
            </a:extLst>
          </p:cNvPr>
          <p:cNvSpPr txBox="1"/>
          <p:nvPr/>
        </p:nvSpPr>
        <p:spPr>
          <a:xfrm>
            <a:off x="4572000" y="4759807"/>
            <a:ext cx="4572000" cy="369332"/>
          </a:xfrm>
          <a:prstGeom prst="rect">
            <a:avLst/>
          </a:prstGeom>
          <a:noFill/>
        </p:spPr>
        <p:txBody>
          <a:bodyPr wrap="square">
            <a:spAutoFit/>
          </a:bodyPr>
          <a:lstStyle/>
          <a:p>
            <a:pPr algn="ctr"/>
            <a:r>
              <a:rPr lang="en-GB" dirty="0"/>
              <a:t>UET = User Engagement Team</a:t>
            </a:r>
          </a:p>
        </p:txBody>
      </p:sp>
    </p:spTree>
    <p:extLst>
      <p:ext uri="{BB962C8B-B14F-4D97-AF65-F5344CB8AC3E}">
        <p14:creationId xmlns:p14="http://schemas.microsoft.com/office/powerpoint/2010/main" val="217391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1304EA-0493-8D76-C294-DA9CC26E6AF5}"/>
              </a:ext>
            </a:extLst>
          </p:cNvPr>
          <p:cNvSpPr>
            <a:spLocks noGrp="1"/>
          </p:cNvSpPr>
          <p:nvPr>
            <p:ph idx="1"/>
          </p:nvPr>
        </p:nvSpPr>
        <p:spPr/>
        <p:txBody>
          <a:bodyPr>
            <a:normAutofit/>
          </a:bodyPr>
          <a:lstStyle/>
          <a:p>
            <a:r>
              <a:rPr lang="en-GB" dirty="0"/>
              <a:t>💡</a:t>
            </a:r>
            <a:r>
              <a:rPr lang="en-GB" dirty="0" err="1"/>
              <a:t>Diátaxis</a:t>
            </a:r>
            <a:r>
              <a:rPr lang="en-GB" dirty="0"/>
              <a:t> is a systematic approach to writing technical documentation</a:t>
            </a:r>
          </a:p>
          <a:p>
            <a:r>
              <a:rPr lang="en-GB" dirty="0"/>
              <a:t>👀</a:t>
            </a:r>
            <a:r>
              <a:rPr lang="en-GB" dirty="0" err="1"/>
              <a:t>Diátaxis</a:t>
            </a:r>
            <a:r>
              <a:rPr lang="en-GB" dirty="0"/>
              <a:t> identifies:</a:t>
            </a:r>
          </a:p>
          <a:p>
            <a:pPr lvl="1"/>
            <a:r>
              <a:rPr lang="en-GB" sz="2000" dirty="0"/>
              <a:t>🫴four distinct needs (learning, goals, understanding and information)</a:t>
            </a:r>
          </a:p>
          <a:p>
            <a:pPr lvl="1"/>
            <a:r>
              <a:rPr lang="en-GB" sz="2000" dirty="0"/>
              <a:t>📃four corresponding forms of documentation (tutorials, how-to guides, explanation and reference materials)</a:t>
            </a:r>
          </a:p>
          <a:p>
            <a:r>
              <a:rPr lang="en-GB" dirty="0"/>
              <a:t>👥Stop and consider the needs of the users when writing documentation</a:t>
            </a:r>
          </a:p>
          <a:p>
            <a:r>
              <a:rPr lang="en-GB" dirty="0"/>
              <a:t>🔄️We should aim to improve the ESMValTool documentation iteratively</a:t>
            </a:r>
          </a:p>
          <a:p>
            <a:r>
              <a:rPr lang="en-GB" dirty="0"/>
              <a:t>❓Any questions?</a:t>
            </a:r>
          </a:p>
          <a:p>
            <a:endParaRPr lang="en-GB" dirty="0"/>
          </a:p>
        </p:txBody>
      </p:sp>
      <p:sp>
        <p:nvSpPr>
          <p:cNvPr id="3" name="Title 2">
            <a:extLst>
              <a:ext uri="{FF2B5EF4-FFF2-40B4-BE49-F238E27FC236}">
                <a16:creationId xmlns:a16="http://schemas.microsoft.com/office/drawing/2014/main" id="{8F446EF1-F7C2-AF1D-8E76-AE89B4C12A70}"/>
              </a:ext>
            </a:extLst>
          </p:cNvPr>
          <p:cNvSpPr>
            <a:spLocks noGrp="1"/>
          </p:cNvSpPr>
          <p:nvPr>
            <p:ph type="title"/>
          </p:nvPr>
        </p:nvSpPr>
        <p:spPr/>
        <p:txBody>
          <a:bodyPr/>
          <a:lstStyle/>
          <a:p>
            <a:r>
              <a:rPr lang="en-GB" dirty="0"/>
              <a:t>📋Summary</a:t>
            </a:r>
          </a:p>
        </p:txBody>
      </p:sp>
    </p:spTree>
    <p:extLst>
      <p:ext uri="{BB962C8B-B14F-4D97-AF65-F5344CB8AC3E}">
        <p14:creationId xmlns:p14="http://schemas.microsoft.com/office/powerpoint/2010/main" val="247991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DF8C8B-8143-9DEA-FCC0-EA75423C7BDF}"/>
              </a:ext>
            </a:extLst>
          </p:cNvPr>
          <p:cNvSpPr txBox="1"/>
          <p:nvPr/>
        </p:nvSpPr>
        <p:spPr>
          <a:xfrm>
            <a:off x="290624" y="4752904"/>
            <a:ext cx="8853376" cy="369332"/>
          </a:xfrm>
          <a:prstGeom prst="rect">
            <a:avLst/>
          </a:prstGeom>
          <a:noFill/>
        </p:spPr>
        <p:txBody>
          <a:bodyPr wrap="square">
            <a:spAutoFit/>
          </a:bodyPr>
          <a:lstStyle/>
          <a:p>
            <a:pPr algn="r"/>
            <a:r>
              <a:rPr lang="en-GB" dirty="0">
                <a:hlinkClick r:id="rId3"/>
              </a:rPr>
              <a:t>https://canonical-example-product-documentation.readthedocs-hosted.com/en/latest/</a:t>
            </a:r>
            <a:endParaRPr lang="en-GB" dirty="0"/>
          </a:p>
        </p:txBody>
      </p:sp>
      <p:pic>
        <p:nvPicPr>
          <p:cNvPr id="7" name="Picture 6">
            <a:extLst>
              <a:ext uri="{FF2B5EF4-FFF2-40B4-BE49-F238E27FC236}">
                <a16:creationId xmlns:a16="http://schemas.microsoft.com/office/drawing/2014/main" id="{85ADFEAA-1CAE-530C-0651-E62040DEFACF}"/>
              </a:ext>
            </a:extLst>
          </p:cNvPr>
          <p:cNvPicPr>
            <a:picLocks noChangeAspect="1"/>
          </p:cNvPicPr>
          <p:nvPr/>
        </p:nvPicPr>
        <p:blipFill>
          <a:blip r:embed="rId4"/>
          <a:stretch>
            <a:fillRect/>
          </a:stretch>
        </p:blipFill>
        <p:spPr>
          <a:xfrm>
            <a:off x="0" y="113408"/>
            <a:ext cx="9144000" cy="4512030"/>
          </a:xfrm>
          <a:prstGeom prst="rect">
            <a:avLst/>
          </a:prstGeom>
        </p:spPr>
      </p:pic>
    </p:spTree>
    <p:extLst>
      <p:ext uri="{BB962C8B-B14F-4D97-AF65-F5344CB8AC3E}">
        <p14:creationId xmlns:p14="http://schemas.microsoft.com/office/powerpoint/2010/main" val="2801663901"/>
      </p:ext>
    </p:extLst>
  </p:cSld>
  <p:clrMapOvr>
    <a:masterClrMapping/>
  </p:clrMapOvr>
</p:sld>
</file>

<file path=ppt/theme/theme1.xml><?xml version="1.0" encoding="utf-8"?>
<a:theme xmlns:a="http://schemas.openxmlformats.org/drawingml/2006/main" name="Office Theme">
  <a:themeElements>
    <a:clrScheme name="Met Office">
      <a:dk1>
        <a:srgbClr val="2A2A2A"/>
      </a:dk1>
      <a:lt1>
        <a:srgbClr val="B9DC0C"/>
      </a:lt1>
      <a:dk2>
        <a:srgbClr val="2A2A2A"/>
      </a:dk2>
      <a:lt2>
        <a:srgbClr val="FFFFFF"/>
      </a:lt2>
      <a:accent1>
        <a:srgbClr val="50B9A4"/>
      </a:accent1>
      <a:accent2>
        <a:srgbClr val="007AA9"/>
      </a:accent2>
      <a:accent3>
        <a:srgbClr val="E47452"/>
      </a:accent3>
      <a:accent4>
        <a:srgbClr val="A1A0AA"/>
      </a:accent4>
      <a:accent5>
        <a:srgbClr val="FFFFFF"/>
      </a:accent5>
      <a:accent6>
        <a:srgbClr val="FFFFFF"/>
      </a:accent6>
      <a:hlink>
        <a:srgbClr val="0673F9"/>
      </a:hlink>
      <a:folHlink>
        <a:srgbClr val="6F2735"/>
      </a:folHlink>
    </a:clrScheme>
    <a:fontScheme name="Met Offic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D14F082-2462-470F-AD03-C4C8B5397AB1}" vid="{E24BC3AF-8F2F-4D36-BBA7-A7888A2965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5B3B4C1187EA9468B5A231BD79B1F65" ma:contentTypeVersion="7" ma:contentTypeDescription="Create a new document." ma:contentTypeScope="" ma:versionID="a3316aa9f1833a7e1ce932a4d83e0712">
  <xsd:schema xmlns:xsd="http://www.w3.org/2001/XMLSchema" xmlns:xs="http://www.w3.org/2001/XMLSchema" xmlns:p="http://schemas.microsoft.com/office/2006/metadata/properties" xmlns:ns2="ead836b6-6af1-4f9a-b22c-e2ae954b27cc" targetNamespace="http://schemas.microsoft.com/office/2006/metadata/properties" ma:root="true" ma:fieldsID="b15202337125beaf3ff7af9886522818" ns2:_="">
    <xsd:import namespace="ead836b6-6af1-4f9a-b22c-e2ae954b27cc"/>
    <xsd:element name="properties">
      <xsd:complexType>
        <xsd:sequence>
          <xsd:element name="documentManagement">
            <xsd:complexType>
              <xsd:all>
                <xsd:element ref="ns2:MediaServiceObjectDetectorVersions"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d836b6-6af1-4f9a-b22c-e2ae954b27cc" elementFormDefault="qualified">
    <xsd:import namespace="http://schemas.microsoft.com/office/2006/documentManagement/types"/>
    <xsd:import namespace="http://schemas.microsoft.com/office/infopath/2007/PartnerControls"/>
    <xsd:element name="MediaServiceObjectDetectorVersions" ma:index="8" nillable="true" ma:displayName="MediaServiceObjectDetectorVersions" ma:hidden="true" ma:indexed="true" ma:internalName="MediaServiceObjectDetectorVersions" ma:readOnly="true">
      <xsd:simpleType>
        <xsd:restriction base="dms:Text"/>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CBD1F6-91C3-4A38-8FFC-56DD4FC2B3B7}">
  <ds:schemaRef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ead836b6-6af1-4f9a-b22c-e2ae954b27cc"/>
  </ds:schemaRefs>
</ds:datastoreItem>
</file>

<file path=customXml/itemProps2.xml><?xml version="1.0" encoding="utf-8"?>
<ds:datastoreItem xmlns:ds="http://schemas.openxmlformats.org/officeDocument/2006/customXml" ds:itemID="{742F3F96-FBE9-4A58-AE92-DCA6C68338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d836b6-6af1-4f9a-b22c-e2ae954b27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E6141B-AF14-4B40-A847-0F1379F459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14032</TotalTime>
  <Words>1582</Words>
  <Application>Microsoft Office PowerPoint</Application>
  <PresentationFormat>On-screen Show (16:9)</PresentationFormat>
  <Paragraphs>146</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Diátaxis and documentation responsibilities</vt:lpstr>
      <vt:lpstr>Overview</vt:lpstr>
      <vt:lpstr>🤷What is Diátaxis?</vt:lpstr>
      <vt:lpstr>🤷What is Diátaxis?</vt:lpstr>
      <vt:lpstr>🤷What is Diátaxis?</vt:lpstr>
      <vt:lpstr>Diátaxis expectations and guidance</vt:lpstr>
      <vt:lpstr>☑️How to use Diátaxis</vt:lpstr>
      <vt:lpstr>☑️How to use Diátaxis: Just do something</vt:lpstr>
      <vt:lpstr>📃Case Study: Release documentation</vt:lpstr>
      <vt:lpstr>📚Tutorials</vt:lpstr>
      <vt:lpstr>🛠️How-to guides</vt:lpstr>
      <vt:lpstr>📖Reference materials</vt:lpstr>
      <vt:lpstr>💡Explanations</vt:lpstr>
      <vt:lpstr>📝Plan for the coding sessions</vt:lpstr>
      <vt:lpstr>🗣️Discussion: Documentation responsibilities</vt:lpstr>
      <vt:lpstr>📋Summary</vt:lpstr>
      <vt:lpstr>PowerPoint Presentation</vt:lpstr>
    </vt:vector>
  </TitlesOfParts>
  <Company>Met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Middleham, Ross</dc:creator>
  <cp:lastModifiedBy>Emma Hogan</cp:lastModifiedBy>
  <cp:revision>69</cp:revision>
  <dcterms:created xsi:type="dcterms:W3CDTF">2021-02-11T08:20:56Z</dcterms:created>
  <dcterms:modified xsi:type="dcterms:W3CDTF">2025-11-18T10:33:36Z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0x01010095B3B4C1187EA9468B5A231BD79B1F65</vt:lpwstr>
  </property>
  <property fmtid="{D5CDD505-2E9C-101B-9397-08002B2CF9AE}" pid="3" name="Order">
    <vt:r8>4814700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SharedWithUsers">
    <vt:lpwstr>746;#Tracey Marsh</vt:lpwstr>
  </property>
  <property fmtid="{D5CDD505-2E9C-101B-9397-08002B2CF9AE}" pid="9" name="MediaServiceImageTags">
    <vt:lpwstr/>
  </property>
  <property fmtid="{D5CDD505-2E9C-101B-9397-08002B2CF9AE}" pid="10" name="TaxCatchAll">
    <vt:lpwstr/>
  </property>
  <property fmtid="{D5CDD505-2E9C-101B-9397-08002B2CF9AE}" pid="11" name="_ExtendedDescription">
    <vt:lpwstr/>
  </property>
  <property fmtid="{D5CDD505-2E9C-101B-9397-08002B2CF9AE}" pid="12" name="TriggerFlowInfo">
    <vt:lpwstr/>
  </property>
  <property fmtid="{D5CDD505-2E9C-101B-9397-08002B2CF9AE}" pid="13" name="p8802d33397b4f1688b4565458159d1a">
    <vt:lpwstr/>
  </property>
  <property fmtid="{D5CDD505-2E9C-101B-9397-08002B2CF9AE}" pid="14" name="ISO_x0020_Standard">
    <vt:lpwstr/>
  </property>
  <property fmtid="{D5CDD505-2E9C-101B-9397-08002B2CF9AE}" pid="15" name="lcf76f155ced4ddcb4097134ff3c332f">
    <vt:lpwstr/>
  </property>
  <property fmtid="{D5CDD505-2E9C-101B-9397-08002B2CF9AE}" pid="16" name="ISO Standard">
    <vt:lpwstr/>
  </property>
  <property fmtid="{D5CDD505-2E9C-101B-9397-08002B2CF9AE}" pid="17" name="TNA">
    <vt:lpwstr>Not of potential interest</vt:lpwstr>
  </property>
</Properties>
</file>